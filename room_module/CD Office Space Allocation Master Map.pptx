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713" r:id="rId2"/>
    <p:sldId id="1061" r:id="rId3"/>
    <p:sldId id="259" r:id="rId4"/>
    <p:sldId id="1064" r:id="rId5"/>
    <p:sldId id="261" r:id="rId6"/>
    <p:sldId id="262" r:id="rId7"/>
    <p:sldId id="1099" r:id="rId8"/>
    <p:sldId id="1065" r:id="rId9"/>
    <p:sldId id="1101" r:id="rId10"/>
    <p:sldId id="1100" r:id="rId11"/>
    <p:sldId id="1049" r:id="rId12"/>
    <p:sldId id="1048" r:id="rId13"/>
    <p:sldId id="1047" r:id="rId14"/>
    <p:sldId id="1102" r:id="rId15"/>
    <p:sldId id="1046" r:id="rId16"/>
    <p:sldId id="1059" r:id="rId17"/>
    <p:sldId id="1052" r:id="rId18"/>
    <p:sldId id="1051" r:id="rId19"/>
    <p:sldId id="1039" r:id="rId20"/>
    <p:sldId id="1056" r:id="rId21"/>
    <p:sldId id="1055" r:id="rId22"/>
    <p:sldId id="1054" r:id="rId23"/>
    <p:sldId id="1053" r:id="rId24"/>
    <p:sldId id="1015" r:id="rId25"/>
    <p:sldId id="1016" r:id="rId26"/>
    <p:sldId id="1017" r:id="rId27"/>
    <p:sldId id="1067" r:id="rId28"/>
    <p:sldId id="1066" r:id="rId29"/>
    <p:sldId id="1068" r:id="rId30"/>
    <p:sldId id="1022" r:id="rId31"/>
    <p:sldId id="1024" r:id="rId32"/>
    <p:sldId id="1025" r:id="rId33"/>
    <p:sldId id="1063" r:id="rId34"/>
    <p:sldId id="1027" r:id="rId35"/>
    <p:sldId id="1029" r:id="rId36"/>
    <p:sldId id="1030" r:id="rId37"/>
    <p:sldId id="1031" r:id="rId38"/>
    <p:sldId id="1032" r:id="rId39"/>
  </p:sldIdLst>
  <p:sldSz cx="12801600" cy="9601200" type="A3"/>
  <p:notesSz cx="9236075" cy="6950075"/>
  <p:custShowLst>
    <p:custShow name="Custom Show 1" id="0">
      <p:sldLst/>
    </p:custShow>
  </p:custShow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>
          <p15:clr>
            <a:srgbClr val="A4A3A4"/>
          </p15:clr>
        </p15:guide>
        <p15:guide id="2" pos="411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CC"/>
    <a:srgbClr val="D70040"/>
    <a:srgbClr val="FFFFFF"/>
    <a:srgbClr val="ED9121"/>
    <a:srgbClr val="FFC0CB"/>
    <a:srgbClr val="C0C0C0"/>
    <a:srgbClr val="614051"/>
    <a:srgbClr val="EBF5F0"/>
    <a:srgbClr val="FFD59A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12" autoAdjust="0"/>
    <p:restoredTop sz="94665" autoAdjust="0"/>
  </p:normalViewPr>
  <p:slideViewPr>
    <p:cSldViewPr snapToGrid="0">
      <p:cViewPr>
        <p:scale>
          <a:sx n="75" d="100"/>
          <a:sy n="75" d="100"/>
        </p:scale>
        <p:origin x="610" y="-475"/>
      </p:cViewPr>
      <p:guideLst>
        <p:guide orient="horz" pos="3024"/>
        <p:guide pos="41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2836"/>
    </p:cViewPr>
  </p:sorterViewPr>
  <p:notesViewPr>
    <p:cSldViewPr snapToGrid="0">
      <p:cViewPr varScale="1">
        <p:scale>
          <a:sx n="91" d="100"/>
          <a:sy n="91" d="100"/>
        </p:scale>
        <p:origin x="128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128" cy="348902"/>
          </a:xfrm>
          <a:prstGeom prst="rect">
            <a:avLst/>
          </a:prstGeom>
        </p:spPr>
        <p:txBody>
          <a:bodyPr vert="horz" lIns="92478" tIns="46239" rIns="92478" bIns="46239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31896" y="0"/>
            <a:ext cx="4003153" cy="348902"/>
          </a:xfrm>
          <a:prstGeom prst="rect">
            <a:avLst/>
          </a:prstGeom>
        </p:spPr>
        <p:txBody>
          <a:bodyPr vert="horz" lIns="92478" tIns="46239" rIns="92478" bIns="46239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6AC1E9B-BCDA-4689-B78E-484F0D7BD322}" type="datetimeFigureOut">
              <a:rPr lang="en-IN"/>
              <a:t>02-10-2026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01173"/>
            <a:ext cx="4002128" cy="348902"/>
          </a:xfrm>
          <a:prstGeom prst="rect">
            <a:avLst/>
          </a:prstGeom>
        </p:spPr>
        <p:txBody>
          <a:bodyPr vert="horz" lIns="92478" tIns="46239" rIns="92478" bIns="46239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31896" y="6601173"/>
            <a:ext cx="4003153" cy="348902"/>
          </a:xfrm>
          <a:prstGeom prst="rect">
            <a:avLst/>
          </a:prstGeom>
        </p:spPr>
        <p:txBody>
          <a:bodyPr vert="horz" wrap="square" lIns="92478" tIns="46239" rIns="92478" bIns="46239" numCol="1" anchor="b" anchorCtr="0" compatLnSpc="1"/>
          <a:lstStyle>
            <a:lvl1pPr algn="r" eaLnBrk="1" hangingPunct="1">
              <a:defRPr/>
            </a:lvl1pPr>
          </a:lstStyle>
          <a:p>
            <a:pPr>
              <a:defRPr/>
            </a:pPr>
            <a:fld id="{68F85A6B-B612-4DE1-9989-437AB92D271C}" type="slidenum">
              <a:rPr lang="en-IN" altLang="en-US"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128" cy="347784"/>
          </a:xfrm>
          <a:prstGeom prst="rect">
            <a:avLst/>
          </a:prstGeom>
        </p:spPr>
        <p:txBody>
          <a:bodyPr vert="horz" lIns="61256" tIns="30628" rIns="61256" bIns="30628" rtlCol="0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1896" y="0"/>
            <a:ext cx="4002128" cy="347784"/>
          </a:xfrm>
          <a:prstGeom prst="rect">
            <a:avLst/>
          </a:prstGeom>
        </p:spPr>
        <p:txBody>
          <a:bodyPr vert="horz" lIns="61256" tIns="30628" rIns="61256" bIns="30628" rtlCol="0"/>
          <a:lstStyle>
            <a:lvl1pPr algn="r">
              <a:defRPr sz="800"/>
            </a:lvl1pPr>
          </a:lstStyle>
          <a:p>
            <a:fld id="{BAC962CC-D4C4-464F-B3F4-E2CF0659587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81313" y="520700"/>
            <a:ext cx="3473450" cy="2606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61256" tIns="30628" rIns="61256" bIns="3062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4120" y="3301145"/>
            <a:ext cx="7388860" cy="3127814"/>
          </a:xfrm>
          <a:prstGeom prst="rect">
            <a:avLst/>
          </a:prstGeom>
        </p:spPr>
        <p:txBody>
          <a:bodyPr vert="horz" lIns="61256" tIns="30628" rIns="61256" bIns="3062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01173"/>
            <a:ext cx="4002128" cy="347783"/>
          </a:xfrm>
          <a:prstGeom prst="rect">
            <a:avLst/>
          </a:prstGeom>
        </p:spPr>
        <p:txBody>
          <a:bodyPr vert="horz" lIns="61256" tIns="30628" rIns="61256" bIns="30628" rtlCol="0" anchor="b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1896" y="6601173"/>
            <a:ext cx="4002128" cy="347783"/>
          </a:xfrm>
          <a:prstGeom prst="rect">
            <a:avLst/>
          </a:prstGeom>
        </p:spPr>
        <p:txBody>
          <a:bodyPr vert="horz" lIns="61256" tIns="30628" rIns="61256" bIns="30628" rtlCol="0" anchor="b"/>
          <a:lstStyle>
            <a:lvl1pPr algn="r">
              <a:defRPr sz="800"/>
            </a:lvl1pPr>
          </a:lstStyle>
          <a:p>
            <a:fld id="{CA2F241F-F5CB-4CAE-8576-75CC3F8178A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F241F-F5CB-4CAE-8576-75CC3F8178A1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9"/>
            <a:ext cx="10881361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1" y="5042853"/>
            <a:ext cx="9601201" cy="2318068"/>
          </a:xfrm>
        </p:spPr>
        <p:txBody>
          <a:bodyPr/>
          <a:lstStyle>
            <a:lvl1pPr marL="0" indent="0" algn="ctr">
              <a:buNone/>
              <a:defRPr sz="3400"/>
            </a:lvl1pPr>
            <a:lvl2pPr marL="640080" indent="0" algn="ctr">
              <a:buNone/>
              <a:defRPr sz="2900"/>
            </a:lvl2pPr>
            <a:lvl3pPr marL="1280160" indent="0" algn="ctr">
              <a:buNone/>
              <a:defRPr sz="2500"/>
            </a:lvl3pPr>
            <a:lvl4pPr marL="1920240" indent="0" algn="ctr">
              <a:buNone/>
              <a:defRPr sz="2300"/>
            </a:lvl4pPr>
            <a:lvl5pPr marL="2560320" indent="0" algn="ctr">
              <a:buNone/>
              <a:defRPr sz="2300"/>
            </a:lvl5pPr>
            <a:lvl6pPr marL="3200400" indent="0" algn="ctr">
              <a:buNone/>
              <a:defRPr sz="2300"/>
            </a:lvl6pPr>
            <a:lvl7pPr marL="3840480" indent="0" algn="ctr">
              <a:buNone/>
              <a:defRPr sz="2300"/>
            </a:lvl7pPr>
            <a:lvl8pPr marL="4480560" indent="0" algn="ctr">
              <a:buNone/>
              <a:defRPr sz="2300"/>
            </a:lvl8pPr>
            <a:lvl9pPr marL="5120005" indent="0" algn="ctr">
              <a:buNone/>
              <a:defRPr sz="23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3DA8F-0E52-4048-8408-13B751F6C2EC}" type="datetimeFigureOut">
              <a:rPr lang="en-IN"/>
              <a:t>02-10-2026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76139-3701-4496-B799-779410C31CC3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6FB519-7FAD-45CD-813C-2C58A7F22271}" type="datetimeFigureOut">
              <a:rPr lang="en-IN"/>
              <a:t>02-10-2026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B8E4DF-0DFB-4E89-A2C4-5AF81FEF3088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2" y="2393636"/>
            <a:ext cx="11041380" cy="3993831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2" y="6425251"/>
            <a:ext cx="11041380" cy="2100263"/>
          </a:xfrm>
        </p:spPr>
        <p:txBody>
          <a:bodyPr/>
          <a:lstStyle>
            <a:lvl1pPr marL="0" indent="0">
              <a:buNone/>
              <a:defRPr sz="3400">
                <a:solidFill>
                  <a:schemeClr val="tx1"/>
                </a:solidFill>
              </a:defRPr>
            </a:lvl1pPr>
            <a:lvl2pPr marL="64008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8pPr>
            <a:lvl9pPr marL="5120005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AB1AF8-6F3A-4116-B67F-5CC8C963EE4C}" type="datetimeFigureOut">
              <a:rPr lang="en-IN"/>
              <a:t>02-10-2026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640FB7-9C2F-4D60-952A-D9B1D583EEFE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1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1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C5C95-8285-4DAC-8F95-C24E7F3F6B2A}" type="datetimeFigureOut">
              <a:rPr lang="en-IN"/>
              <a:t>02-10-2026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D4FD1-7906-449A-B7B2-9A28813789FE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511176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9"/>
            <a:ext cx="5415676" cy="1153477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0080" indent="0">
              <a:buNone/>
              <a:defRPr sz="2900" b="1"/>
            </a:lvl2pPr>
            <a:lvl3pPr marL="1280160" indent="0">
              <a:buNone/>
              <a:defRPr sz="2500" b="1"/>
            </a:lvl3pPr>
            <a:lvl4pPr marL="1920240" indent="0">
              <a:buNone/>
              <a:defRPr sz="2300" b="1"/>
            </a:lvl4pPr>
            <a:lvl5pPr marL="2560320" indent="0">
              <a:buNone/>
              <a:defRPr sz="2300" b="1"/>
            </a:lvl5pPr>
            <a:lvl6pPr marL="3200400" indent="0">
              <a:buNone/>
              <a:defRPr sz="2300" b="1"/>
            </a:lvl6pPr>
            <a:lvl7pPr marL="3840480" indent="0">
              <a:buNone/>
              <a:defRPr sz="2300" b="1"/>
            </a:lvl7pPr>
            <a:lvl8pPr marL="4480560" indent="0">
              <a:buNone/>
              <a:defRPr sz="2300" b="1"/>
            </a:lvl8pPr>
            <a:lvl9pPr marL="5120005" indent="0">
              <a:buNone/>
              <a:defRPr sz="23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7"/>
            <a:ext cx="5415676" cy="51584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2" y="2353629"/>
            <a:ext cx="5442346" cy="1153477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0080" indent="0">
              <a:buNone/>
              <a:defRPr sz="2900" b="1"/>
            </a:lvl2pPr>
            <a:lvl3pPr marL="1280160" indent="0">
              <a:buNone/>
              <a:defRPr sz="2500" b="1"/>
            </a:lvl3pPr>
            <a:lvl4pPr marL="1920240" indent="0">
              <a:buNone/>
              <a:defRPr sz="2300" b="1"/>
            </a:lvl4pPr>
            <a:lvl5pPr marL="2560320" indent="0">
              <a:buNone/>
              <a:defRPr sz="2300" b="1"/>
            </a:lvl5pPr>
            <a:lvl6pPr marL="3200400" indent="0">
              <a:buNone/>
              <a:defRPr sz="2300" b="1"/>
            </a:lvl6pPr>
            <a:lvl7pPr marL="3840480" indent="0">
              <a:buNone/>
              <a:defRPr sz="2300" b="1"/>
            </a:lvl7pPr>
            <a:lvl8pPr marL="4480560" indent="0">
              <a:buNone/>
              <a:defRPr sz="2300" b="1"/>
            </a:lvl8pPr>
            <a:lvl9pPr marL="5120005" indent="0">
              <a:buNone/>
              <a:defRPr sz="23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2" y="3507107"/>
            <a:ext cx="5442346" cy="51584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3D2407-C994-4810-AE2F-55075D24641C}" type="datetimeFigureOut">
              <a:rPr lang="en-IN"/>
              <a:t>02-10-2026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537B3-FCC7-43F9-AEF9-08BF924A7AFC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4196E4-8F5D-4975-BA41-3FD1B2CC947D}" type="datetimeFigureOut">
              <a:rPr lang="en-IN"/>
              <a:t>02-10-2026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C0204-E902-414C-A957-263E78F88AF1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81" y="640082"/>
            <a:ext cx="4128848" cy="224027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6" y="1382398"/>
            <a:ext cx="6480810" cy="6823075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81" y="2880361"/>
            <a:ext cx="4128848" cy="5336223"/>
          </a:xfrm>
        </p:spPr>
        <p:txBody>
          <a:bodyPr/>
          <a:lstStyle>
            <a:lvl1pPr marL="0" indent="0">
              <a:buNone/>
              <a:defRPr sz="2300"/>
            </a:lvl1pPr>
            <a:lvl2pPr marL="640080" indent="0">
              <a:buNone/>
              <a:defRPr sz="2000"/>
            </a:lvl2pPr>
            <a:lvl3pPr marL="1280160" indent="0">
              <a:buNone/>
              <a:defRPr sz="16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005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57433D-EA73-46E8-8294-28D5FBC4FAEE}" type="datetimeFigureOut">
              <a:rPr lang="en-IN"/>
              <a:t>02-10-2026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52E15-E26D-44B0-B7AB-DBAA2A3B488A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81" y="640082"/>
            <a:ext cx="4128848" cy="224027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6" y="1382398"/>
            <a:ext cx="6480810" cy="6823075"/>
          </a:xfrm>
        </p:spPr>
        <p:txBody>
          <a:bodyPr rtlCol="0">
            <a:normAutofit/>
          </a:bodyPr>
          <a:lstStyle>
            <a:lvl1pPr marL="0" indent="0">
              <a:buNone/>
              <a:defRPr sz="4500"/>
            </a:lvl1pPr>
            <a:lvl2pPr marL="640080" indent="0">
              <a:buNone/>
              <a:defRPr sz="3900"/>
            </a:lvl2pPr>
            <a:lvl3pPr marL="1280160" indent="0">
              <a:buNone/>
              <a:defRPr sz="3400"/>
            </a:lvl3pPr>
            <a:lvl4pPr marL="1920240" indent="0">
              <a:buNone/>
              <a:defRPr sz="2900"/>
            </a:lvl4pPr>
            <a:lvl5pPr marL="2560320" indent="0">
              <a:buNone/>
              <a:defRPr sz="2900"/>
            </a:lvl5pPr>
            <a:lvl6pPr marL="3200400" indent="0">
              <a:buNone/>
              <a:defRPr sz="2900"/>
            </a:lvl6pPr>
            <a:lvl7pPr marL="3840480" indent="0">
              <a:buNone/>
              <a:defRPr sz="2900"/>
            </a:lvl7pPr>
            <a:lvl8pPr marL="4480560" indent="0">
              <a:buNone/>
              <a:defRPr sz="2900"/>
            </a:lvl8pPr>
            <a:lvl9pPr marL="5120005" indent="0">
              <a:buNone/>
              <a:defRPr sz="29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81" y="2880361"/>
            <a:ext cx="4128848" cy="5336223"/>
          </a:xfrm>
        </p:spPr>
        <p:txBody>
          <a:bodyPr/>
          <a:lstStyle>
            <a:lvl1pPr marL="0" indent="0">
              <a:buNone/>
              <a:defRPr sz="2300"/>
            </a:lvl1pPr>
            <a:lvl2pPr marL="640080" indent="0">
              <a:buNone/>
              <a:defRPr sz="2000"/>
            </a:lvl2pPr>
            <a:lvl3pPr marL="1280160" indent="0">
              <a:buNone/>
              <a:defRPr sz="16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005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B4B260-DA80-4D18-8D0A-86AC85A9DDB8}" type="datetimeFigureOut">
              <a:rPr lang="en-IN"/>
              <a:t>02-10-2026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3A9046-2EA6-4303-9371-41101EEA6B34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DC93EF-29A2-42DE-A14D-AC6A7DD3C13E}" type="datetimeFigureOut">
              <a:rPr lang="en-IN"/>
              <a:t>02-10-2026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0904E-99E0-48BB-A407-4ABE8AE7B002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7" y="511176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2" y="511176"/>
            <a:ext cx="8121016" cy="813657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7079F-EBAD-4176-8EB8-7F99A9132AE1}" type="datetimeFigureOut">
              <a:rPr lang="en-IN"/>
              <a:t>02-10-2026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EA397-19A4-4C9E-9674-A7FECFC7185C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1" y="1571309"/>
            <a:ext cx="10881361" cy="3342640"/>
          </a:xfrm>
          <a:prstGeom prst="rect">
            <a:avLst/>
          </a:prstGeom>
        </p:spPr>
        <p:txBody>
          <a:bodyPr anchor="b"/>
          <a:lstStyle>
            <a:lvl1pPr algn="ctr">
              <a:defRPr sz="7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3" y="5042853"/>
            <a:ext cx="9601201" cy="23180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/>
            </a:lvl1pPr>
            <a:lvl2pPr marL="603250" indent="0" algn="ctr">
              <a:buNone/>
              <a:defRPr sz="2700"/>
            </a:lvl2pPr>
            <a:lvl3pPr marL="1206500" indent="0" algn="ctr">
              <a:buNone/>
              <a:defRPr sz="2300"/>
            </a:lvl3pPr>
            <a:lvl4pPr marL="1810385" indent="0" algn="ctr">
              <a:buNone/>
              <a:defRPr sz="2100"/>
            </a:lvl4pPr>
            <a:lvl5pPr marL="2413635" indent="0" algn="ctr">
              <a:buNone/>
              <a:defRPr sz="2100"/>
            </a:lvl5pPr>
            <a:lvl6pPr marL="3016885" indent="0" algn="ctr">
              <a:buNone/>
              <a:defRPr sz="2100"/>
            </a:lvl6pPr>
            <a:lvl7pPr marL="3620135" indent="0" algn="ctr">
              <a:buNone/>
              <a:defRPr sz="2100"/>
            </a:lvl7pPr>
            <a:lvl8pPr marL="4223385" indent="0" algn="ctr">
              <a:buNone/>
              <a:defRPr sz="2100"/>
            </a:lvl8pPr>
            <a:lvl9pPr marL="4827270" indent="0" algn="ctr"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1225" y="7848601"/>
            <a:ext cx="2849563" cy="5492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287E2-E768-47DC-83B1-7A22397184B4}" type="datetimeFigureOut">
              <a:rPr lang="en-IN"/>
              <a:t>02-10-2026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87838" y="7848601"/>
            <a:ext cx="4273550" cy="5492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72563" y="7848601"/>
            <a:ext cx="2849562" cy="5492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A8575-C074-40DB-B5F3-582FAD809E1F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69AE8-D5DB-49C4-BD57-1185497021AC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E88B-EC49-4E06-97D5-450FCCCEAB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79477" y="511175"/>
            <a:ext cx="11042650" cy="1855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3" tIns="45717" rIns="91433" bIns="45717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79477" y="2555875"/>
            <a:ext cx="11042650" cy="60912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3" tIns="45717" rIns="91433" bIns="45717" numCol="1" anchor="t" anchorCtr="0" compatLnSpc="1"/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9476" y="8899525"/>
            <a:ext cx="2881312" cy="511175"/>
          </a:xfrm>
          <a:prstGeom prst="rect">
            <a:avLst/>
          </a:prstGeom>
        </p:spPr>
        <p:txBody>
          <a:bodyPr vert="horz" lIns="91433" tIns="45717" rIns="91433" bIns="45717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55E6120-04E9-4796-8CD6-DE0D036B5D03}" type="datetimeFigureOut">
              <a:rPr lang="en-US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214" y="8899525"/>
            <a:ext cx="4321175" cy="511175"/>
          </a:xfrm>
          <a:prstGeom prst="rect">
            <a:avLst/>
          </a:prstGeom>
        </p:spPr>
        <p:txBody>
          <a:bodyPr vert="horz" lIns="91433" tIns="45717" rIns="91433" bIns="45717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0814" y="8899525"/>
            <a:ext cx="2881312" cy="511175"/>
          </a:xfrm>
          <a:prstGeom prst="rect">
            <a:avLst/>
          </a:prstGeom>
        </p:spPr>
        <p:txBody>
          <a:bodyPr vert="horz" wrap="square" lIns="91433" tIns="45717" rIns="91433" bIns="45717" numCol="1" anchor="ctr" anchorCtr="0" compatLnSpc="1"/>
          <a:lstStyle>
            <a:lvl1pPr algn="r" eaLnBrk="1" hangingPunct="1">
              <a:defRPr sz="16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8751636-3ECA-4458-8ADC-7643750F5F0F}" type="slidenum">
              <a:rPr lang="en-US" altLang="en-US"/>
              <a:t>‹#›</a:t>
            </a:fld>
            <a:endParaRPr lang="en-US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1"/>
            <a:ext cx="12801600" cy="269874"/>
          </a:xfrm>
          <a:prstGeom prst="rect">
            <a:avLst/>
          </a:prstGeom>
          <a:solidFill>
            <a:srgbClr val="C8C8A5"/>
          </a:solidFill>
          <a:ln w="25400" cap="flat" cmpd="sng" algn="ctr">
            <a:noFill/>
            <a:prstDash val="solid"/>
          </a:ln>
          <a:effectLst/>
        </p:spPr>
        <p:txBody>
          <a:bodyPr lIns="91433" tIns="45717" rIns="91433" bIns="45717" anchor="ctr"/>
          <a:lstStyle/>
          <a:p>
            <a:pPr algn="ctr" defTabSz="76644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1400" kern="0" dirty="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0907714" y="94996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1279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1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279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</a:defRPr>
      </a:lvl2pPr>
      <a:lvl3pPr algn="l" defTabSz="1279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</a:defRPr>
      </a:lvl3pPr>
      <a:lvl4pPr algn="l" defTabSz="1279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</a:defRPr>
      </a:lvl4pPr>
      <a:lvl5pPr algn="l" defTabSz="1279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1279525" rtl="0" fontAlgn="base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1279525" rtl="0" fontAlgn="base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1279525" rtl="0" fontAlgn="base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1279525" rtl="0" fontAlgn="base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318770" indent="-318770" algn="l" defTabSz="1279525" rtl="0" eaLnBrk="0" fontAlgn="base" hangingPunct="0">
        <a:lnSpc>
          <a:spcPct val="90000"/>
        </a:lnSpc>
        <a:spcBef>
          <a:spcPts val="1400"/>
        </a:spcBef>
        <a:spcAft>
          <a:spcPct val="0"/>
        </a:spcAft>
        <a:buFont typeface="Arial" panose="0208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58850" indent="-318770" algn="l" defTabSz="1279525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18770" algn="l" defTabSz="1279525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Font typeface="Arial" panose="0208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239645" indent="-318770" algn="l" defTabSz="1279525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Font typeface="Arial" panose="0208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879725" indent="-318770" algn="l" defTabSz="1279525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Font typeface="Arial" panose="0208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8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8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8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440045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8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120005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#Block_4_List!F11"/><Relationship Id="rId3" Type="http://schemas.openxmlformats.org/officeDocument/2006/relationships/hyperlink" Target="#Block_4_List!F2"/><Relationship Id="rId7" Type="http://schemas.openxmlformats.org/officeDocument/2006/relationships/hyperlink" Target="#Block_4_List!F8"/><Relationship Id="rId2" Type="http://schemas.openxmlformats.org/officeDocument/2006/relationships/hyperlink" Target="#Block_4_List!F10"/><Relationship Id="rId1" Type="http://schemas.openxmlformats.org/officeDocument/2006/relationships/slideLayout" Target="../slideLayouts/slideLayout7.xml"/><Relationship Id="rId6" Type="http://schemas.openxmlformats.org/officeDocument/2006/relationships/hyperlink" Target="#Block_4_List!F7"/><Relationship Id="rId5" Type="http://schemas.openxmlformats.org/officeDocument/2006/relationships/hyperlink" Target="#Block_4_List!F6"/><Relationship Id="rId10" Type="http://schemas.openxmlformats.org/officeDocument/2006/relationships/hyperlink" Target="#Block_4_List!F14"/><Relationship Id="rId4" Type="http://schemas.openxmlformats.org/officeDocument/2006/relationships/hyperlink" Target="#Block_4_List!F3"/><Relationship Id="rId9" Type="http://schemas.openxmlformats.org/officeDocument/2006/relationships/hyperlink" Target="#Block_4_List!F13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#Block_4_List!F24"/><Relationship Id="rId3" Type="http://schemas.openxmlformats.org/officeDocument/2006/relationships/hyperlink" Target="#Block_4_List!F31"/><Relationship Id="rId7" Type="http://schemas.openxmlformats.org/officeDocument/2006/relationships/hyperlink" Target="#Block_4_List!F23"/><Relationship Id="rId2" Type="http://schemas.openxmlformats.org/officeDocument/2006/relationships/hyperlink" Target="#Block_4_List!F16"/><Relationship Id="rId1" Type="http://schemas.openxmlformats.org/officeDocument/2006/relationships/slideLayout" Target="../slideLayouts/slideLayout7.xml"/><Relationship Id="rId6" Type="http://schemas.openxmlformats.org/officeDocument/2006/relationships/hyperlink" Target="#Block_4_List!F18"/><Relationship Id="rId5" Type="http://schemas.openxmlformats.org/officeDocument/2006/relationships/hyperlink" Target="#Block_4_List!F27"/><Relationship Id="rId4" Type="http://schemas.openxmlformats.org/officeDocument/2006/relationships/hyperlink" Target="#Block_4_List!F29"/><Relationship Id="rId9" Type="http://schemas.openxmlformats.org/officeDocument/2006/relationships/hyperlink" Target="#Block_4_List!F25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#Block_4_List!F61"/><Relationship Id="rId13" Type="http://schemas.openxmlformats.org/officeDocument/2006/relationships/hyperlink" Target="#Block_4_List!F43"/><Relationship Id="rId18" Type="http://schemas.openxmlformats.org/officeDocument/2006/relationships/hyperlink" Target="#Block_4_List!F39"/><Relationship Id="rId26" Type="http://schemas.openxmlformats.org/officeDocument/2006/relationships/hyperlink" Target="#Block_4_List!F69"/><Relationship Id="rId3" Type="http://schemas.openxmlformats.org/officeDocument/2006/relationships/hyperlink" Target="#Block_4_List!F64"/><Relationship Id="rId21" Type="http://schemas.openxmlformats.org/officeDocument/2006/relationships/hyperlink" Target="#Block_4_List!F49"/><Relationship Id="rId7" Type="http://schemas.openxmlformats.org/officeDocument/2006/relationships/hyperlink" Target="#Block_4_List!F62"/><Relationship Id="rId12" Type="http://schemas.openxmlformats.org/officeDocument/2006/relationships/hyperlink" Target="#Block_4_List!F44"/><Relationship Id="rId17" Type="http://schemas.openxmlformats.org/officeDocument/2006/relationships/hyperlink" Target="#Block_4_List!F35"/><Relationship Id="rId25" Type="http://schemas.openxmlformats.org/officeDocument/2006/relationships/hyperlink" Target="#Block_4_List!F67"/><Relationship Id="rId2" Type="http://schemas.openxmlformats.org/officeDocument/2006/relationships/hyperlink" Target="#Block_4_List!F58"/><Relationship Id="rId16" Type="http://schemas.openxmlformats.org/officeDocument/2006/relationships/hyperlink" Target="#Block_4_List!F32"/><Relationship Id="rId20" Type="http://schemas.openxmlformats.org/officeDocument/2006/relationships/hyperlink" Target="#Block_4_List!F48"/><Relationship Id="rId29" Type="http://schemas.openxmlformats.org/officeDocument/2006/relationships/hyperlink" Target="#Block_4_List!F71"/><Relationship Id="rId1" Type="http://schemas.openxmlformats.org/officeDocument/2006/relationships/slideLayout" Target="../slideLayouts/slideLayout7.xml"/><Relationship Id="rId6" Type="http://schemas.openxmlformats.org/officeDocument/2006/relationships/hyperlink" Target="#Block_4_List!F59"/><Relationship Id="rId11" Type="http://schemas.openxmlformats.org/officeDocument/2006/relationships/hyperlink" Target="#Block_4_List!F46"/><Relationship Id="rId24" Type="http://schemas.openxmlformats.org/officeDocument/2006/relationships/hyperlink" Target="#Block_4_List!F66"/><Relationship Id="rId32" Type="http://schemas.openxmlformats.org/officeDocument/2006/relationships/hyperlink" Target="#Block_4_List!F73"/><Relationship Id="rId5" Type="http://schemas.openxmlformats.org/officeDocument/2006/relationships/hyperlink" Target="#Block_4_List!F60"/><Relationship Id="rId15" Type="http://schemas.openxmlformats.org/officeDocument/2006/relationships/hyperlink" Target="#Block_4_List!F40"/><Relationship Id="rId23" Type="http://schemas.openxmlformats.org/officeDocument/2006/relationships/hyperlink" Target="#Block_4_List!F65"/><Relationship Id="rId28" Type="http://schemas.openxmlformats.org/officeDocument/2006/relationships/hyperlink" Target="#Block_4_List!F70"/><Relationship Id="rId10" Type="http://schemas.openxmlformats.org/officeDocument/2006/relationships/hyperlink" Target="#Block_4_List!F45"/><Relationship Id="rId19" Type="http://schemas.openxmlformats.org/officeDocument/2006/relationships/hyperlink" Target="#Block_4_List!F36"/><Relationship Id="rId31" Type="http://schemas.openxmlformats.org/officeDocument/2006/relationships/hyperlink" Target="#Block_4_List!F74"/><Relationship Id="rId4" Type="http://schemas.openxmlformats.org/officeDocument/2006/relationships/hyperlink" Target="#Block_4_List!F63"/><Relationship Id="rId9" Type="http://schemas.openxmlformats.org/officeDocument/2006/relationships/hyperlink" Target="#Block_4_List!F38"/><Relationship Id="rId14" Type="http://schemas.openxmlformats.org/officeDocument/2006/relationships/hyperlink" Target="#Block_4_List!F42"/><Relationship Id="rId22" Type="http://schemas.openxmlformats.org/officeDocument/2006/relationships/hyperlink" Target="#Block_4_List!F50"/><Relationship Id="rId27" Type="http://schemas.openxmlformats.org/officeDocument/2006/relationships/hyperlink" Target="#Block_4_List!F68"/><Relationship Id="rId30" Type="http://schemas.openxmlformats.org/officeDocument/2006/relationships/hyperlink" Target="#Block_4_List!F72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#Block_4_List!F61"/><Relationship Id="rId13" Type="http://schemas.openxmlformats.org/officeDocument/2006/relationships/hyperlink" Target="#Block_4_List!F43"/><Relationship Id="rId18" Type="http://schemas.openxmlformats.org/officeDocument/2006/relationships/hyperlink" Target="#Block_4_List!F39"/><Relationship Id="rId26" Type="http://schemas.openxmlformats.org/officeDocument/2006/relationships/hyperlink" Target="#Block_4_List!F69"/><Relationship Id="rId3" Type="http://schemas.openxmlformats.org/officeDocument/2006/relationships/hyperlink" Target="#Block_4_List!F64"/><Relationship Id="rId21" Type="http://schemas.openxmlformats.org/officeDocument/2006/relationships/hyperlink" Target="#Block_4_List!F49"/><Relationship Id="rId7" Type="http://schemas.openxmlformats.org/officeDocument/2006/relationships/hyperlink" Target="#Block_4_List!F62"/><Relationship Id="rId12" Type="http://schemas.openxmlformats.org/officeDocument/2006/relationships/hyperlink" Target="#Block_4_List!F44"/><Relationship Id="rId17" Type="http://schemas.openxmlformats.org/officeDocument/2006/relationships/hyperlink" Target="#Block_4_List!F35"/><Relationship Id="rId25" Type="http://schemas.openxmlformats.org/officeDocument/2006/relationships/hyperlink" Target="#Block_4_List!F67"/><Relationship Id="rId2" Type="http://schemas.openxmlformats.org/officeDocument/2006/relationships/hyperlink" Target="#Block_4_List!F58"/><Relationship Id="rId16" Type="http://schemas.openxmlformats.org/officeDocument/2006/relationships/hyperlink" Target="#Block_4_List!F32"/><Relationship Id="rId20" Type="http://schemas.openxmlformats.org/officeDocument/2006/relationships/hyperlink" Target="#Block_4_List!F48"/><Relationship Id="rId29" Type="http://schemas.openxmlformats.org/officeDocument/2006/relationships/hyperlink" Target="#Block_4_List!F71"/><Relationship Id="rId1" Type="http://schemas.openxmlformats.org/officeDocument/2006/relationships/slideLayout" Target="../slideLayouts/slideLayout7.xml"/><Relationship Id="rId6" Type="http://schemas.openxmlformats.org/officeDocument/2006/relationships/hyperlink" Target="#Block_4_List!F59"/><Relationship Id="rId11" Type="http://schemas.openxmlformats.org/officeDocument/2006/relationships/hyperlink" Target="#Block_4_List!F46"/><Relationship Id="rId24" Type="http://schemas.openxmlformats.org/officeDocument/2006/relationships/hyperlink" Target="#Block_4_List!F66"/><Relationship Id="rId32" Type="http://schemas.openxmlformats.org/officeDocument/2006/relationships/hyperlink" Target="#Block_4_List!F73"/><Relationship Id="rId5" Type="http://schemas.openxmlformats.org/officeDocument/2006/relationships/hyperlink" Target="#Block_4_List!F60"/><Relationship Id="rId15" Type="http://schemas.openxmlformats.org/officeDocument/2006/relationships/hyperlink" Target="#Block_4_List!F40"/><Relationship Id="rId23" Type="http://schemas.openxmlformats.org/officeDocument/2006/relationships/hyperlink" Target="#Block_4_List!F65"/><Relationship Id="rId28" Type="http://schemas.openxmlformats.org/officeDocument/2006/relationships/hyperlink" Target="#Block_4_List!F70"/><Relationship Id="rId10" Type="http://schemas.openxmlformats.org/officeDocument/2006/relationships/hyperlink" Target="#Block_4_List!F45"/><Relationship Id="rId19" Type="http://schemas.openxmlformats.org/officeDocument/2006/relationships/hyperlink" Target="#Block_4_List!F36"/><Relationship Id="rId31" Type="http://schemas.openxmlformats.org/officeDocument/2006/relationships/hyperlink" Target="#Block_4_List!F74"/><Relationship Id="rId4" Type="http://schemas.openxmlformats.org/officeDocument/2006/relationships/hyperlink" Target="#Block_4_List!F63"/><Relationship Id="rId9" Type="http://schemas.openxmlformats.org/officeDocument/2006/relationships/hyperlink" Target="#Block_4_List!F38"/><Relationship Id="rId14" Type="http://schemas.openxmlformats.org/officeDocument/2006/relationships/hyperlink" Target="#Block_4_List!F42"/><Relationship Id="rId22" Type="http://schemas.openxmlformats.org/officeDocument/2006/relationships/hyperlink" Target="#Block_4_List!F50"/><Relationship Id="rId27" Type="http://schemas.openxmlformats.org/officeDocument/2006/relationships/hyperlink" Target="#Block_4_List!F68"/><Relationship Id="rId30" Type="http://schemas.openxmlformats.org/officeDocument/2006/relationships/hyperlink" Target="#Block_4_List!F72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#Block_4_List!F83"/><Relationship Id="rId13" Type="http://schemas.openxmlformats.org/officeDocument/2006/relationships/hyperlink" Target="#Block_4_List!F75"/><Relationship Id="rId3" Type="http://schemas.openxmlformats.org/officeDocument/2006/relationships/hyperlink" Target="#Block_4_List!F78"/><Relationship Id="rId7" Type="http://schemas.openxmlformats.org/officeDocument/2006/relationships/hyperlink" Target="#Block_4_List!F82"/><Relationship Id="rId12" Type="http://schemas.openxmlformats.org/officeDocument/2006/relationships/hyperlink" Target="#Block_4_List!F79"/><Relationship Id="rId2" Type="http://schemas.openxmlformats.org/officeDocument/2006/relationships/hyperlink" Target="#Block_4_List!F80"/><Relationship Id="rId1" Type="http://schemas.openxmlformats.org/officeDocument/2006/relationships/slideLayout" Target="../slideLayouts/slideLayout7.xml"/><Relationship Id="rId6" Type="http://schemas.openxmlformats.org/officeDocument/2006/relationships/hyperlink" Target="#Block_4_List!F81"/><Relationship Id="rId11" Type="http://schemas.openxmlformats.org/officeDocument/2006/relationships/hyperlink" Target="#Block_4_List!F86"/><Relationship Id="rId5" Type="http://schemas.openxmlformats.org/officeDocument/2006/relationships/hyperlink" Target="#Block_4_List!F76"/><Relationship Id="rId10" Type="http://schemas.openxmlformats.org/officeDocument/2006/relationships/hyperlink" Target="#Block_4_List!F85"/><Relationship Id="rId4" Type="http://schemas.openxmlformats.org/officeDocument/2006/relationships/hyperlink" Target="#Block_4_List!F77"/><Relationship Id="rId9" Type="http://schemas.openxmlformats.org/officeDocument/2006/relationships/hyperlink" Target="#Block_4_List!F84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#Block_5_List!F4"/><Relationship Id="rId13" Type="http://schemas.openxmlformats.org/officeDocument/2006/relationships/hyperlink" Target="#Block_5_List!F9"/><Relationship Id="rId3" Type="http://schemas.openxmlformats.org/officeDocument/2006/relationships/hyperlink" Target="#Block_5_List!F11"/><Relationship Id="rId7" Type="http://schemas.openxmlformats.org/officeDocument/2006/relationships/hyperlink" Target="#Block_5_List!F2"/><Relationship Id="rId12" Type="http://schemas.openxmlformats.org/officeDocument/2006/relationships/hyperlink" Target="#Block_5_List!F8"/><Relationship Id="rId2" Type="http://schemas.openxmlformats.org/officeDocument/2006/relationships/hyperlink" Target="#Block_5_List!F10"/><Relationship Id="rId1" Type="http://schemas.openxmlformats.org/officeDocument/2006/relationships/slideLayout" Target="../slideLayouts/slideLayout13.xml"/><Relationship Id="rId6" Type="http://schemas.openxmlformats.org/officeDocument/2006/relationships/hyperlink" Target="#Block_5_List!F3"/><Relationship Id="rId11" Type="http://schemas.openxmlformats.org/officeDocument/2006/relationships/hyperlink" Target="#Block_5_List!F7"/><Relationship Id="rId5" Type="http://schemas.openxmlformats.org/officeDocument/2006/relationships/hyperlink" Target="#Block_5_List!F13"/><Relationship Id="rId10" Type="http://schemas.openxmlformats.org/officeDocument/2006/relationships/hyperlink" Target="#Block_5_List!F6"/><Relationship Id="rId4" Type="http://schemas.openxmlformats.org/officeDocument/2006/relationships/hyperlink" Target="#Block_5_List!F12"/><Relationship Id="rId9" Type="http://schemas.openxmlformats.org/officeDocument/2006/relationships/hyperlink" Target="#Block_5_List!F5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#Block_5_List!F20"/><Relationship Id="rId13" Type="http://schemas.openxmlformats.org/officeDocument/2006/relationships/hyperlink" Target="#Block_5_List!F25"/><Relationship Id="rId3" Type="http://schemas.openxmlformats.org/officeDocument/2006/relationships/hyperlink" Target="#Block_5_List!F16"/><Relationship Id="rId7" Type="http://schemas.openxmlformats.org/officeDocument/2006/relationships/hyperlink" Target="#Block_5_List!F19"/><Relationship Id="rId12" Type="http://schemas.openxmlformats.org/officeDocument/2006/relationships/hyperlink" Target="#Block_5_List!F24"/><Relationship Id="rId2" Type="http://schemas.openxmlformats.org/officeDocument/2006/relationships/hyperlink" Target="#Block_5_List!F15"/><Relationship Id="rId1" Type="http://schemas.openxmlformats.org/officeDocument/2006/relationships/slideLayout" Target="../slideLayouts/slideLayout7.xml"/><Relationship Id="rId6" Type="http://schemas.openxmlformats.org/officeDocument/2006/relationships/hyperlink" Target="#Block_5_List!F18"/><Relationship Id="rId11" Type="http://schemas.openxmlformats.org/officeDocument/2006/relationships/hyperlink" Target="#Block_5_List!F23"/><Relationship Id="rId5" Type="http://schemas.openxmlformats.org/officeDocument/2006/relationships/hyperlink" Target="#Block_5_List!F17"/><Relationship Id="rId15" Type="http://schemas.openxmlformats.org/officeDocument/2006/relationships/hyperlink" Target="#Block_5_List!F27"/><Relationship Id="rId10" Type="http://schemas.openxmlformats.org/officeDocument/2006/relationships/hyperlink" Target="#Block_5_List!F21"/><Relationship Id="rId4" Type="http://schemas.openxmlformats.org/officeDocument/2006/relationships/hyperlink" Target="#Block_5_List!F14"/><Relationship Id="rId9" Type="http://schemas.openxmlformats.org/officeDocument/2006/relationships/hyperlink" Target="#Block_5_List!F22"/><Relationship Id="rId14" Type="http://schemas.openxmlformats.org/officeDocument/2006/relationships/hyperlink" Target="#Block_5_List!F26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hyperlink" Target="#Block_5_List!F31"/><Relationship Id="rId18" Type="http://schemas.openxmlformats.org/officeDocument/2006/relationships/hyperlink" Target="#Block_5_List!F38"/><Relationship Id="rId26" Type="http://schemas.openxmlformats.org/officeDocument/2006/relationships/hyperlink" Target="#Block_5_List!F50"/><Relationship Id="rId39" Type="http://schemas.openxmlformats.org/officeDocument/2006/relationships/hyperlink" Target="#Block_5_List!F70"/><Relationship Id="rId21" Type="http://schemas.openxmlformats.org/officeDocument/2006/relationships/hyperlink" Target="#Block_5_List!F34"/><Relationship Id="rId34" Type="http://schemas.openxmlformats.org/officeDocument/2006/relationships/hyperlink" Target="#Block_5_List!F61"/><Relationship Id="rId42" Type="http://schemas.openxmlformats.org/officeDocument/2006/relationships/hyperlink" Target="#Block_5_List!F69"/><Relationship Id="rId47" Type="http://schemas.openxmlformats.org/officeDocument/2006/relationships/hyperlink" Target="#Block_5_List!F82"/><Relationship Id="rId50" Type="http://schemas.openxmlformats.org/officeDocument/2006/relationships/hyperlink" Target="#Block_5_List!F74"/><Relationship Id="rId55" Type="http://schemas.openxmlformats.org/officeDocument/2006/relationships/hyperlink" Target="#Block_5_List!F85"/><Relationship Id="rId7" Type="http://schemas.openxmlformats.org/officeDocument/2006/relationships/hyperlink" Target="#Block_5_List!F45"/><Relationship Id="rId2" Type="http://schemas.openxmlformats.org/officeDocument/2006/relationships/hyperlink" Target="#Block_5_List!F40"/><Relationship Id="rId16" Type="http://schemas.openxmlformats.org/officeDocument/2006/relationships/hyperlink" Target="#Block_5_List!F36"/><Relationship Id="rId29" Type="http://schemas.openxmlformats.org/officeDocument/2006/relationships/hyperlink" Target="#Block_5_List!F54"/><Relationship Id="rId11" Type="http://schemas.openxmlformats.org/officeDocument/2006/relationships/hyperlink" Target="#Block_5_List!F49"/><Relationship Id="rId24" Type="http://schemas.openxmlformats.org/officeDocument/2006/relationships/hyperlink" Target="#Block_5_List!F67"/><Relationship Id="rId32" Type="http://schemas.openxmlformats.org/officeDocument/2006/relationships/hyperlink" Target="#Block_5_List!F58"/><Relationship Id="rId37" Type="http://schemas.openxmlformats.org/officeDocument/2006/relationships/hyperlink" Target="#Block_5_List!F66"/><Relationship Id="rId40" Type="http://schemas.openxmlformats.org/officeDocument/2006/relationships/hyperlink" Target="#Block_5_List!F71"/><Relationship Id="rId45" Type="http://schemas.openxmlformats.org/officeDocument/2006/relationships/hyperlink" Target="#Block_5_List!F77"/><Relationship Id="rId53" Type="http://schemas.openxmlformats.org/officeDocument/2006/relationships/hyperlink" Target="#Block_5_List!F81"/><Relationship Id="rId58" Type="http://schemas.openxmlformats.org/officeDocument/2006/relationships/hyperlink" Target="#Block_5_List!F88"/><Relationship Id="rId5" Type="http://schemas.openxmlformats.org/officeDocument/2006/relationships/hyperlink" Target="#Block_5_List!F43"/><Relationship Id="rId61" Type="http://schemas.openxmlformats.org/officeDocument/2006/relationships/hyperlink" Target="#Block_5_List!F96"/><Relationship Id="rId19" Type="http://schemas.openxmlformats.org/officeDocument/2006/relationships/hyperlink" Target="#Block_5_List!F29"/><Relationship Id="rId14" Type="http://schemas.openxmlformats.org/officeDocument/2006/relationships/hyperlink" Target="#Block_5_List!F32"/><Relationship Id="rId22" Type="http://schemas.openxmlformats.org/officeDocument/2006/relationships/hyperlink" Target="#Block_5_List!F35"/><Relationship Id="rId27" Type="http://schemas.openxmlformats.org/officeDocument/2006/relationships/hyperlink" Target="#Block_5_List!F51"/><Relationship Id="rId30" Type="http://schemas.openxmlformats.org/officeDocument/2006/relationships/hyperlink" Target="#Block_5_List!F55"/><Relationship Id="rId35" Type="http://schemas.openxmlformats.org/officeDocument/2006/relationships/hyperlink" Target="#Block_5_List!F62"/><Relationship Id="rId43" Type="http://schemas.openxmlformats.org/officeDocument/2006/relationships/hyperlink" Target="#Block_5_List!F91"/><Relationship Id="rId48" Type="http://schemas.openxmlformats.org/officeDocument/2006/relationships/hyperlink" Target="#Block_5_List!F86"/><Relationship Id="rId56" Type="http://schemas.openxmlformats.org/officeDocument/2006/relationships/hyperlink" Target="#Block_5_List!F84"/><Relationship Id="rId8" Type="http://schemas.openxmlformats.org/officeDocument/2006/relationships/hyperlink" Target="#Block_5_List!F46"/><Relationship Id="rId51" Type="http://schemas.openxmlformats.org/officeDocument/2006/relationships/hyperlink" Target="#Block_5_List!F76"/><Relationship Id="rId3" Type="http://schemas.openxmlformats.org/officeDocument/2006/relationships/hyperlink" Target="#Block_5_List!F41"/><Relationship Id="rId12" Type="http://schemas.openxmlformats.org/officeDocument/2006/relationships/hyperlink" Target="#Block_5_List!F28"/><Relationship Id="rId17" Type="http://schemas.openxmlformats.org/officeDocument/2006/relationships/hyperlink" Target="#Block_5_List!F37"/><Relationship Id="rId25" Type="http://schemas.openxmlformats.org/officeDocument/2006/relationships/hyperlink" Target="#Block_5_List!F64"/><Relationship Id="rId33" Type="http://schemas.openxmlformats.org/officeDocument/2006/relationships/hyperlink" Target="#Block_5_List!F59"/><Relationship Id="rId38" Type="http://schemas.openxmlformats.org/officeDocument/2006/relationships/hyperlink" Target="#Block_5_List!F68"/><Relationship Id="rId46" Type="http://schemas.openxmlformats.org/officeDocument/2006/relationships/hyperlink" Target="#Block_5_List!F78"/><Relationship Id="rId59" Type="http://schemas.openxmlformats.org/officeDocument/2006/relationships/hyperlink" Target="#Block_5_List!F93"/><Relationship Id="rId20" Type="http://schemas.openxmlformats.org/officeDocument/2006/relationships/hyperlink" Target="#Block_5_List!F30"/><Relationship Id="rId41" Type="http://schemas.openxmlformats.org/officeDocument/2006/relationships/hyperlink" Target="#Block_5_List!F72"/><Relationship Id="rId54" Type="http://schemas.openxmlformats.org/officeDocument/2006/relationships/hyperlink" Target="#Block_5_List!F80"/><Relationship Id="rId1" Type="http://schemas.openxmlformats.org/officeDocument/2006/relationships/slideLayout" Target="../slideLayouts/slideLayout7.xml"/><Relationship Id="rId6" Type="http://schemas.openxmlformats.org/officeDocument/2006/relationships/hyperlink" Target="#Block_5_List!F44"/><Relationship Id="rId15" Type="http://schemas.openxmlformats.org/officeDocument/2006/relationships/hyperlink" Target="#Block_5_List!F33"/><Relationship Id="rId23" Type="http://schemas.openxmlformats.org/officeDocument/2006/relationships/hyperlink" Target="#Block_5_List!F39"/><Relationship Id="rId28" Type="http://schemas.openxmlformats.org/officeDocument/2006/relationships/hyperlink" Target="#Block_5_List!F53"/><Relationship Id="rId36" Type="http://schemas.openxmlformats.org/officeDocument/2006/relationships/hyperlink" Target="#Block_5_List!F65"/><Relationship Id="rId49" Type="http://schemas.openxmlformats.org/officeDocument/2006/relationships/hyperlink" Target="#Block_5_List!F73"/><Relationship Id="rId57" Type="http://schemas.openxmlformats.org/officeDocument/2006/relationships/hyperlink" Target="#Block_5_List!F89"/><Relationship Id="rId10" Type="http://schemas.openxmlformats.org/officeDocument/2006/relationships/hyperlink" Target="#Block_5_List!F48"/><Relationship Id="rId31" Type="http://schemas.openxmlformats.org/officeDocument/2006/relationships/hyperlink" Target="#Block_5_List!F57"/><Relationship Id="rId44" Type="http://schemas.openxmlformats.org/officeDocument/2006/relationships/hyperlink" Target="#Block_5_List!F95"/><Relationship Id="rId52" Type="http://schemas.openxmlformats.org/officeDocument/2006/relationships/hyperlink" Target="#Block_5_List!F75"/><Relationship Id="rId60" Type="http://schemas.openxmlformats.org/officeDocument/2006/relationships/hyperlink" Target="#Block_5_List!F92"/><Relationship Id="rId4" Type="http://schemas.openxmlformats.org/officeDocument/2006/relationships/hyperlink" Target="#Block_5_List!F42"/><Relationship Id="rId9" Type="http://schemas.openxmlformats.org/officeDocument/2006/relationships/hyperlink" Target="#Block_5_List!F47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#Block_5_List!F107"/><Relationship Id="rId3" Type="http://schemas.openxmlformats.org/officeDocument/2006/relationships/hyperlink" Target="#Block_5_List!F102"/><Relationship Id="rId7" Type="http://schemas.openxmlformats.org/officeDocument/2006/relationships/hyperlink" Target="#Block_5_List!F106"/><Relationship Id="rId2" Type="http://schemas.openxmlformats.org/officeDocument/2006/relationships/hyperlink" Target="#Block_5_List!F101"/><Relationship Id="rId1" Type="http://schemas.openxmlformats.org/officeDocument/2006/relationships/slideLayout" Target="../slideLayouts/slideLayout7.xml"/><Relationship Id="rId6" Type="http://schemas.openxmlformats.org/officeDocument/2006/relationships/hyperlink" Target="#Block_5_List!F105"/><Relationship Id="rId11" Type="http://schemas.openxmlformats.org/officeDocument/2006/relationships/hyperlink" Target="#Block_5_List!F110"/><Relationship Id="rId5" Type="http://schemas.openxmlformats.org/officeDocument/2006/relationships/hyperlink" Target="#Block_5_List!F104"/><Relationship Id="rId10" Type="http://schemas.openxmlformats.org/officeDocument/2006/relationships/hyperlink" Target="#Block_5_List!F109"/><Relationship Id="rId4" Type="http://schemas.openxmlformats.org/officeDocument/2006/relationships/hyperlink" Target="#Block_5_List!F103"/><Relationship Id="rId9" Type="http://schemas.openxmlformats.org/officeDocument/2006/relationships/hyperlink" Target="#Block_5_List!F108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#Block_6_List!F12"/><Relationship Id="rId3" Type="http://schemas.openxmlformats.org/officeDocument/2006/relationships/hyperlink" Target="#Block_6_List!F3"/><Relationship Id="rId7" Type="http://schemas.openxmlformats.org/officeDocument/2006/relationships/hyperlink" Target="#Block_6_List!F13"/><Relationship Id="rId2" Type="http://schemas.openxmlformats.org/officeDocument/2006/relationships/hyperlink" Target="#Block_6_List!F2"/><Relationship Id="rId1" Type="http://schemas.openxmlformats.org/officeDocument/2006/relationships/slideLayout" Target="../slideLayouts/slideLayout7.xml"/><Relationship Id="rId6" Type="http://schemas.openxmlformats.org/officeDocument/2006/relationships/hyperlink" Target="#Block_6_List!F5"/><Relationship Id="rId11" Type="http://schemas.openxmlformats.org/officeDocument/2006/relationships/hyperlink" Target="#Block_6_List!F7"/><Relationship Id="rId5" Type="http://schemas.openxmlformats.org/officeDocument/2006/relationships/hyperlink" Target="#Block_6_List!F8"/><Relationship Id="rId10" Type="http://schemas.openxmlformats.org/officeDocument/2006/relationships/hyperlink" Target="#Block_6_List!F10"/><Relationship Id="rId4" Type="http://schemas.openxmlformats.org/officeDocument/2006/relationships/hyperlink" Target="#Block_6_List!F4"/><Relationship Id="rId9" Type="http://schemas.openxmlformats.org/officeDocument/2006/relationships/hyperlink" Target="#Block_6_List!F11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#Block_6_List!F20"/><Relationship Id="rId13" Type="http://schemas.openxmlformats.org/officeDocument/2006/relationships/hyperlink" Target="#Block_6_List!F25"/><Relationship Id="rId3" Type="http://schemas.openxmlformats.org/officeDocument/2006/relationships/hyperlink" Target="#Block_6_List!F15"/><Relationship Id="rId7" Type="http://schemas.openxmlformats.org/officeDocument/2006/relationships/hyperlink" Target="#Block_6_List!F18"/><Relationship Id="rId12" Type="http://schemas.openxmlformats.org/officeDocument/2006/relationships/hyperlink" Target="#Block_6_List!F24"/><Relationship Id="rId2" Type="http://schemas.openxmlformats.org/officeDocument/2006/relationships/hyperlink" Target="#Block_6_List!F14"/><Relationship Id="rId1" Type="http://schemas.openxmlformats.org/officeDocument/2006/relationships/slideLayout" Target="../slideLayouts/slideLayout7.xml"/><Relationship Id="rId6" Type="http://schemas.openxmlformats.org/officeDocument/2006/relationships/hyperlink" Target="#Block_6_List!F17"/><Relationship Id="rId11" Type="http://schemas.openxmlformats.org/officeDocument/2006/relationships/hyperlink" Target="#Block_6_List!F23"/><Relationship Id="rId5" Type="http://schemas.openxmlformats.org/officeDocument/2006/relationships/hyperlink" Target="#Block_6_List!F19"/><Relationship Id="rId10" Type="http://schemas.openxmlformats.org/officeDocument/2006/relationships/hyperlink" Target="#Block_6_List!F22"/><Relationship Id="rId4" Type="http://schemas.openxmlformats.org/officeDocument/2006/relationships/hyperlink" Target="#Block_6_List!F16"/><Relationship Id="rId9" Type="http://schemas.openxmlformats.org/officeDocument/2006/relationships/hyperlink" Target="#Block_6_List!F21"/><Relationship Id="rId14" Type="http://schemas.openxmlformats.org/officeDocument/2006/relationships/hyperlink" Target="#Block_6_List!F26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hyperlink" Target="#Block_6_List!F47"/><Relationship Id="rId18" Type="http://schemas.openxmlformats.org/officeDocument/2006/relationships/hyperlink" Target="#Block_6_List!F50"/><Relationship Id="rId26" Type="http://schemas.openxmlformats.org/officeDocument/2006/relationships/hyperlink" Target="#Block_6_List!F63"/><Relationship Id="rId39" Type="http://schemas.openxmlformats.org/officeDocument/2006/relationships/hyperlink" Target="#Block_6_List!F92"/><Relationship Id="rId21" Type="http://schemas.openxmlformats.org/officeDocument/2006/relationships/hyperlink" Target="#Block_6_List!F55"/><Relationship Id="rId34" Type="http://schemas.openxmlformats.org/officeDocument/2006/relationships/hyperlink" Target="#Block_6_List!F81"/><Relationship Id="rId42" Type="http://schemas.openxmlformats.org/officeDocument/2006/relationships/hyperlink" Target="#Block_6_List!F87"/><Relationship Id="rId47" Type="http://schemas.openxmlformats.org/officeDocument/2006/relationships/hyperlink" Target="#Block_6_List!F80"/><Relationship Id="rId50" Type="http://schemas.openxmlformats.org/officeDocument/2006/relationships/hyperlink" Target="#Block_6_List!F75"/><Relationship Id="rId55" Type="http://schemas.openxmlformats.org/officeDocument/2006/relationships/hyperlink" Target="#Block_6_List!F30"/><Relationship Id="rId7" Type="http://schemas.openxmlformats.org/officeDocument/2006/relationships/hyperlink" Target="#Block_6_List!F46"/><Relationship Id="rId2" Type="http://schemas.openxmlformats.org/officeDocument/2006/relationships/hyperlink" Target="#Block_6_List!F37"/><Relationship Id="rId16" Type="http://schemas.openxmlformats.org/officeDocument/2006/relationships/hyperlink" Target="#Block_6_List!F48"/><Relationship Id="rId29" Type="http://schemas.openxmlformats.org/officeDocument/2006/relationships/hyperlink" Target="#Block_6_List!F68"/><Relationship Id="rId11" Type="http://schemas.openxmlformats.org/officeDocument/2006/relationships/hyperlink" Target="#Block_6_List!F44"/><Relationship Id="rId24" Type="http://schemas.openxmlformats.org/officeDocument/2006/relationships/hyperlink" Target="#Block_6_List!F60"/><Relationship Id="rId32" Type="http://schemas.openxmlformats.org/officeDocument/2006/relationships/hyperlink" Target="#Block_6_List!F71"/><Relationship Id="rId37" Type="http://schemas.openxmlformats.org/officeDocument/2006/relationships/hyperlink" Target="#Block_6_List!F84"/><Relationship Id="rId40" Type="http://schemas.openxmlformats.org/officeDocument/2006/relationships/hyperlink" Target="#Block_6_List!F83"/><Relationship Id="rId45" Type="http://schemas.openxmlformats.org/officeDocument/2006/relationships/hyperlink" Target="#Block_6_List!F90"/><Relationship Id="rId53" Type="http://schemas.openxmlformats.org/officeDocument/2006/relationships/hyperlink" Target="#Block_6_List!F28"/><Relationship Id="rId58" Type="http://schemas.openxmlformats.org/officeDocument/2006/relationships/hyperlink" Target="#Block_6_List!F33"/><Relationship Id="rId5" Type="http://schemas.openxmlformats.org/officeDocument/2006/relationships/hyperlink" Target="#Block_6_List!F40"/><Relationship Id="rId19" Type="http://schemas.openxmlformats.org/officeDocument/2006/relationships/hyperlink" Target="#Block_6_List!F51"/><Relationship Id="rId4" Type="http://schemas.openxmlformats.org/officeDocument/2006/relationships/hyperlink" Target="#Block_6_List!F39"/><Relationship Id="rId9" Type="http://schemas.openxmlformats.org/officeDocument/2006/relationships/hyperlink" Target="#Block_6_List!F41"/><Relationship Id="rId14" Type="http://schemas.openxmlformats.org/officeDocument/2006/relationships/hyperlink" Target="#Block_6_List!F61"/><Relationship Id="rId22" Type="http://schemas.openxmlformats.org/officeDocument/2006/relationships/hyperlink" Target="#Block_6_List!F56"/><Relationship Id="rId27" Type="http://schemas.openxmlformats.org/officeDocument/2006/relationships/hyperlink" Target="#Block_6_List!F64"/><Relationship Id="rId30" Type="http://schemas.openxmlformats.org/officeDocument/2006/relationships/hyperlink" Target="#Block_6_List!F70"/><Relationship Id="rId35" Type="http://schemas.openxmlformats.org/officeDocument/2006/relationships/hyperlink" Target="#Block_6_List!F72"/><Relationship Id="rId43" Type="http://schemas.openxmlformats.org/officeDocument/2006/relationships/hyperlink" Target="#Block_6_List!F86"/><Relationship Id="rId48" Type="http://schemas.openxmlformats.org/officeDocument/2006/relationships/hyperlink" Target="#Block_6_List!F79"/><Relationship Id="rId56" Type="http://schemas.openxmlformats.org/officeDocument/2006/relationships/hyperlink" Target="#Block_6_List!F31"/><Relationship Id="rId8" Type="http://schemas.openxmlformats.org/officeDocument/2006/relationships/hyperlink" Target="#Block_6_List!F38"/><Relationship Id="rId51" Type="http://schemas.openxmlformats.org/officeDocument/2006/relationships/hyperlink" Target="#Block_6_List!F74"/><Relationship Id="rId3" Type="http://schemas.openxmlformats.org/officeDocument/2006/relationships/hyperlink" Target="#Block_6_List!F36"/><Relationship Id="rId12" Type="http://schemas.openxmlformats.org/officeDocument/2006/relationships/hyperlink" Target="#Block_6_List!F45"/><Relationship Id="rId17" Type="http://schemas.openxmlformats.org/officeDocument/2006/relationships/hyperlink" Target="#Block_6_List!F49"/><Relationship Id="rId25" Type="http://schemas.openxmlformats.org/officeDocument/2006/relationships/hyperlink" Target="#Block_6_List!F62"/><Relationship Id="rId33" Type="http://schemas.openxmlformats.org/officeDocument/2006/relationships/hyperlink" Target="#Block_6_List!F78"/><Relationship Id="rId38" Type="http://schemas.openxmlformats.org/officeDocument/2006/relationships/hyperlink" Target="#Block_6_List!F88"/><Relationship Id="rId46" Type="http://schemas.openxmlformats.org/officeDocument/2006/relationships/hyperlink" Target="#Block_6_List!F82"/><Relationship Id="rId59" Type="http://schemas.openxmlformats.org/officeDocument/2006/relationships/hyperlink" Target="#Block_6_List!F34"/><Relationship Id="rId20" Type="http://schemas.openxmlformats.org/officeDocument/2006/relationships/hyperlink" Target="#Block_6_List!F52"/><Relationship Id="rId41" Type="http://schemas.openxmlformats.org/officeDocument/2006/relationships/hyperlink" Target="#Block_6_List!F94"/><Relationship Id="rId54" Type="http://schemas.openxmlformats.org/officeDocument/2006/relationships/hyperlink" Target="#Block_6_List!F29"/><Relationship Id="rId1" Type="http://schemas.openxmlformats.org/officeDocument/2006/relationships/slideLayout" Target="../slideLayouts/slideLayout7.xml"/><Relationship Id="rId6" Type="http://schemas.openxmlformats.org/officeDocument/2006/relationships/hyperlink" Target="#Block_6_List!F43"/><Relationship Id="rId15" Type="http://schemas.openxmlformats.org/officeDocument/2006/relationships/hyperlink" Target="#Block_6_List!F57"/><Relationship Id="rId23" Type="http://schemas.openxmlformats.org/officeDocument/2006/relationships/hyperlink" Target="#Block_6_List!F59"/><Relationship Id="rId28" Type="http://schemas.openxmlformats.org/officeDocument/2006/relationships/hyperlink" Target="#Block_6_List!F67"/><Relationship Id="rId36" Type="http://schemas.openxmlformats.org/officeDocument/2006/relationships/hyperlink" Target="#Block_6_List!F73"/><Relationship Id="rId49" Type="http://schemas.openxmlformats.org/officeDocument/2006/relationships/hyperlink" Target="#Block_6_List!F76"/><Relationship Id="rId57" Type="http://schemas.openxmlformats.org/officeDocument/2006/relationships/hyperlink" Target="#Block_6_List!F32"/><Relationship Id="rId10" Type="http://schemas.openxmlformats.org/officeDocument/2006/relationships/hyperlink" Target="#Block_6_List!F42"/><Relationship Id="rId31" Type="http://schemas.openxmlformats.org/officeDocument/2006/relationships/hyperlink" Target="#Block_6_List!F69"/><Relationship Id="rId44" Type="http://schemas.openxmlformats.org/officeDocument/2006/relationships/hyperlink" Target="#Block_6_List!F91"/><Relationship Id="rId52" Type="http://schemas.openxmlformats.org/officeDocument/2006/relationships/hyperlink" Target="#Block_6_List!F27"/><Relationship Id="rId60" Type="http://schemas.openxmlformats.org/officeDocument/2006/relationships/hyperlink" Target="#Block_6_List!F35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#Block_6_List!F101"/><Relationship Id="rId13" Type="http://schemas.openxmlformats.org/officeDocument/2006/relationships/hyperlink" Target="#Block_6_List!F106"/><Relationship Id="rId3" Type="http://schemas.openxmlformats.org/officeDocument/2006/relationships/hyperlink" Target="#Block_6_List!F96"/><Relationship Id="rId7" Type="http://schemas.openxmlformats.org/officeDocument/2006/relationships/hyperlink" Target="#Block_6_List!F100"/><Relationship Id="rId12" Type="http://schemas.openxmlformats.org/officeDocument/2006/relationships/hyperlink" Target="#Block_6_List!F105"/><Relationship Id="rId2" Type="http://schemas.openxmlformats.org/officeDocument/2006/relationships/hyperlink" Target="#Block_6_List!F95"/><Relationship Id="rId1" Type="http://schemas.openxmlformats.org/officeDocument/2006/relationships/slideLayout" Target="../slideLayouts/slideLayout7.xml"/><Relationship Id="rId6" Type="http://schemas.openxmlformats.org/officeDocument/2006/relationships/hyperlink" Target="#Block_6_List!F99"/><Relationship Id="rId11" Type="http://schemas.openxmlformats.org/officeDocument/2006/relationships/hyperlink" Target="#Block_6_List!F104"/><Relationship Id="rId5" Type="http://schemas.openxmlformats.org/officeDocument/2006/relationships/hyperlink" Target="#Block_6_List!F98"/><Relationship Id="rId10" Type="http://schemas.openxmlformats.org/officeDocument/2006/relationships/hyperlink" Target="#Block_6_List!F103"/><Relationship Id="rId4" Type="http://schemas.openxmlformats.org/officeDocument/2006/relationships/hyperlink" Target="#Block_6_List!F97"/><Relationship Id="rId9" Type="http://schemas.openxmlformats.org/officeDocument/2006/relationships/hyperlink" Target="#Block_6_List!F102"/><Relationship Id="rId14" Type="http://schemas.openxmlformats.org/officeDocument/2006/relationships/hyperlink" Target="#Block_6_List!F107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1984" y="1180514"/>
            <a:ext cx="11967321" cy="7037364"/>
          </a:xfrm>
          <a:prstGeom prst="rect">
            <a:avLst/>
          </a:prstGeom>
        </p:spPr>
      </p:pic>
      <p:sp>
        <p:nvSpPr>
          <p:cNvPr id="14339" name="TextBox 5"/>
          <p:cNvSpPr txBox="1">
            <a:spLocks noChangeArrowheads="1"/>
          </p:cNvSpPr>
          <p:nvPr/>
        </p:nvSpPr>
        <p:spPr bwMode="auto">
          <a:xfrm>
            <a:off x="1247775" y="2735263"/>
            <a:ext cx="10206038" cy="5015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54718" tIns="27359" rIns="54718" bIns="27359">
            <a:spAutoFit/>
          </a:bodyPr>
          <a:lstStyle/>
          <a:p>
            <a:pPr algn="ctr" eaLnBrk="1" hangingPunct="1"/>
            <a:r>
              <a:rPr lang="en-IN" altLang="en-US" sz="2900" b="1" dirty="0">
                <a:solidFill>
                  <a:srgbClr val="002060"/>
                </a:solidFill>
                <a:latin typeface="Arial" panose="02080604020202020204" pitchFamily="34" charset="0"/>
                <a:ea typeface="Verdana" pitchFamily="34" charset="0"/>
                <a:cs typeface="Arial" panose="02080604020202020204" pitchFamily="34" charset="0"/>
              </a:rPr>
              <a:t>Space Allocation</a:t>
            </a:r>
            <a:endParaRPr lang="en-IN" altLang="en-US" sz="2000" b="1" dirty="0">
              <a:solidFill>
                <a:srgbClr val="002060"/>
              </a:solidFill>
              <a:latin typeface="Arial" panose="02080604020202020204" pitchFamily="34" charset="0"/>
              <a:ea typeface="Verdana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27187" y="1501802"/>
          <a:ext cx="7686842" cy="67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1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1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99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Block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Office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Seating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Lab Space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Classroom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3(150), 1(300)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FF-2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1(600), 1(150)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28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130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190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45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190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16(40), 4(70)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  <a:endParaRPr lang="en-IN" sz="2000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Lal </a:t>
                      </a:r>
                      <a:r>
                        <a:rPr lang="en-US" sz="1400" dirty="0" err="1"/>
                        <a:t>Minar</a:t>
                      </a:r>
                      <a:endParaRPr lang="en-IN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9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  <a:endParaRPr lang="en-IN" sz="2000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Store/CPWD/IWD</a:t>
                      </a:r>
                      <a:endParaRPr lang="en-IN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9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 Dry Labs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1(250), 2(150), 6(70)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9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43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177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 wet labs </a:t>
                      </a:r>
                      <a:r>
                        <a:rPr lang="en-US" sz="1400"/>
                        <a:t>+ MB + 7 Dry Lab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9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12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39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174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 wet lab + 2 double height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9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13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44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171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CIF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39910">
                <a:tc>
                  <a:txBody>
                    <a:bodyPr/>
                    <a:lstStyle/>
                    <a:p>
                      <a:pPr algn="ctr"/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246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1032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Picture 291"/>
          <p:cNvPicPr>
            <a:picLocks noChangeAspect="1"/>
          </p:cNvPicPr>
          <p:nvPr/>
        </p:nvPicPr>
        <p:blipFill rotWithShape="1">
          <a:blip r:embed="rId2"/>
          <a:srcRect l="31582" t="17614" r="35115" b="39450"/>
          <a:stretch>
            <a:fillRect/>
          </a:stretch>
        </p:blipFill>
        <p:spPr>
          <a:xfrm>
            <a:off x="191650" y="6909902"/>
            <a:ext cx="896519" cy="650160"/>
          </a:xfrm>
          <a:prstGeom prst="rect">
            <a:avLst/>
          </a:prstGeom>
        </p:spPr>
      </p:pic>
      <p:pic>
        <p:nvPicPr>
          <p:cNvPr id="288" name="Picture 287"/>
          <p:cNvPicPr>
            <a:picLocks noChangeAspect="1"/>
          </p:cNvPicPr>
          <p:nvPr/>
        </p:nvPicPr>
        <p:blipFill rotWithShape="1">
          <a:blip r:embed="rId3"/>
          <a:srcRect l="20643" t="19817" r="40550" b="11682"/>
          <a:stretch>
            <a:fillRect/>
          </a:stretch>
        </p:blipFill>
        <p:spPr>
          <a:xfrm>
            <a:off x="2209316" y="5624242"/>
            <a:ext cx="1963194" cy="1949271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8743467" y="458055"/>
            <a:ext cx="308546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200" dirty="0"/>
              <a:t>Ground Floor</a:t>
            </a:r>
          </a:p>
        </p:txBody>
      </p:sp>
      <p:pic>
        <p:nvPicPr>
          <p:cNvPr id="171" name="Picture 170"/>
          <p:cNvPicPr>
            <a:picLocks noChangeAspect="1"/>
          </p:cNvPicPr>
          <p:nvPr/>
        </p:nvPicPr>
        <p:blipFill rotWithShape="1">
          <a:blip r:embed="rId4"/>
          <a:srcRect l="16981" t="22806" r="29140" b="10416"/>
          <a:stretch>
            <a:fillRect/>
          </a:stretch>
        </p:blipFill>
        <p:spPr>
          <a:xfrm>
            <a:off x="4307392" y="4233978"/>
            <a:ext cx="2568711" cy="1790813"/>
          </a:xfrm>
          <a:prstGeom prst="rect">
            <a:avLst/>
          </a:prstGeom>
          <a:solidFill>
            <a:schemeClr val="bg1">
              <a:lumMod val="75000"/>
              <a:alpha val="70000"/>
            </a:schemeClr>
          </a:solidFill>
        </p:spPr>
      </p:pic>
      <p:pic>
        <p:nvPicPr>
          <p:cNvPr id="172" name="Picture 171"/>
          <p:cNvPicPr>
            <a:picLocks noChangeAspect="1"/>
          </p:cNvPicPr>
          <p:nvPr/>
        </p:nvPicPr>
        <p:blipFill rotWithShape="1">
          <a:blip r:embed="rId5"/>
          <a:srcRect l="17604" t="25741" r="47083" b="10926"/>
          <a:stretch>
            <a:fillRect/>
          </a:stretch>
        </p:blipFill>
        <p:spPr>
          <a:xfrm>
            <a:off x="5287361" y="1873546"/>
            <a:ext cx="2223407" cy="2243084"/>
          </a:xfrm>
          <a:prstGeom prst="rect">
            <a:avLst/>
          </a:prstGeom>
          <a:solidFill>
            <a:schemeClr val="bg1">
              <a:lumMod val="75000"/>
              <a:alpha val="70000"/>
            </a:schemeClr>
          </a:solidFill>
        </p:spPr>
      </p:pic>
      <p:pic>
        <p:nvPicPr>
          <p:cNvPr id="173" name="Picture 172"/>
          <p:cNvPicPr>
            <a:picLocks noChangeAspect="1"/>
          </p:cNvPicPr>
          <p:nvPr/>
        </p:nvPicPr>
        <p:blipFill rotWithShape="1">
          <a:blip r:embed="rId6"/>
          <a:srcRect l="19060" t="23608" r="31330" b="18410"/>
          <a:stretch>
            <a:fillRect/>
          </a:stretch>
        </p:blipFill>
        <p:spPr>
          <a:xfrm>
            <a:off x="2902047" y="1299727"/>
            <a:ext cx="2936781" cy="1930701"/>
          </a:xfrm>
          <a:prstGeom prst="rect">
            <a:avLst/>
          </a:prstGeom>
          <a:solidFill>
            <a:schemeClr val="bg1">
              <a:lumMod val="75000"/>
              <a:alpha val="70000"/>
            </a:schemeClr>
          </a:solidFill>
        </p:spPr>
      </p:pic>
      <p:pic>
        <p:nvPicPr>
          <p:cNvPr id="174" name="Picture 173"/>
          <p:cNvPicPr>
            <a:picLocks noChangeAspect="1"/>
          </p:cNvPicPr>
          <p:nvPr/>
        </p:nvPicPr>
        <p:blipFill rotWithShape="1">
          <a:blip r:embed="rId7"/>
          <a:srcRect l="32409" t="49052" r="45698" b="34063"/>
          <a:stretch>
            <a:fillRect/>
          </a:stretch>
        </p:blipFill>
        <p:spPr>
          <a:xfrm>
            <a:off x="1787101" y="3302171"/>
            <a:ext cx="2703238" cy="1172787"/>
          </a:xfrm>
          <a:prstGeom prst="rect">
            <a:avLst/>
          </a:prstGeom>
          <a:solidFill>
            <a:schemeClr val="bg1">
              <a:lumMod val="75000"/>
              <a:alpha val="70000"/>
            </a:schemeClr>
          </a:solidFill>
        </p:spPr>
      </p:pic>
      <p:pic>
        <p:nvPicPr>
          <p:cNvPr id="175" name="Picture 174"/>
          <p:cNvPicPr>
            <a:picLocks noChangeAspect="1"/>
          </p:cNvPicPr>
          <p:nvPr/>
        </p:nvPicPr>
        <p:blipFill rotWithShape="1">
          <a:blip r:embed="rId8"/>
          <a:srcRect l="40605" t="26300" r="29885" b="28562"/>
          <a:stretch>
            <a:fillRect/>
          </a:stretch>
        </p:blipFill>
        <p:spPr>
          <a:xfrm>
            <a:off x="1421126" y="4606060"/>
            <a:ext cx="1898448" cy="1633402"/>
          </a:xfrm>
          <a:prstGeom prst="rect">
            <a:avLst/>
          </a:prstGeom>
          <a:solidFill>
            <a:schemeClr val="bg1">
              <a:lumMod val="75000"/>
              <a:alpha val="70000"/>
            </a:schemeClr>
          </a:solidFill>
        </p:spPr>
      </p:pic>
      <p:pic>
        <p:nvPicPr>
          <p:cNvPr id="176" name="Picture 2"/>
          <p:cNvPicPr>
            <a:picLocks noChangeAspect="1" noChangeArrowheads="1"/>
          </p:cNvPicPr>
          <p:nvPr/>
        </p:nvPicPr>
        <p:blipFill>
          <a:blip r:embed="rId9"/>
          <a:srcRect t="1276" r="22449" b="8585"/>
          <a:stretch>
            <a:fillRect/>
          </a:stretch>
        </p:blipFill>
        <p:spPr bwMode="auto">
          <a:xfrm>
            <a:off x="8297054" y="1736411"/>
            <a:ext cx="2277286" cy="2079044"/>
          </a:xfrm>
          <a:prstGeom prst="rect">
            <a:avLst/>
          </a:prstGeom>
          <a:solidFill>
            <a:schemeClr val="bg1">
              <a:lumMod val="75000"/>
              <a:alpha val="70000"/>
            </a:schemeClr>
          </a:solidFill>
        </p:spPr>
      </p:pic>
      <p:pic>
        <p:nvPicPr>
          <p:cNvPr id="285" name="Picture 2"/>
          <p:cNvPicPr preferRelativeResize="0">
            <a:picLocks noChangeAspect="1" noChangeArrowheads="1"/>
          </p:cNvPicPr>
          <p:nvPr/>
        </p:nvPicPr>
        <p:blipFill>
          <a:blip r:embed="rId10"/>
          <a:srcRect l="1682" t="3225" r="7512" b="5643"/>
          <a:stretch>
            <a:fillRect/>
          </a:stretch>
        </p:blipFill>
        <p:spPr bwMode="auto">
          <a:xfrm>
            <a:off x="8433823" y="3743578"/>
            <a:ext cx="2837485" cy="1484996"/>
          </a:xfrm>
          <a:prstGeom prst="rect">
            <a:avLst/>
          </a:prstGeom>
          <a:solidFill>
            <a:schemeClr val="bg1">
              <a:lumMod val="75000"/>
              <a:alpha val="70000"/>
            </a:schemeClr>
          </a:solidFill>
        </p:spPr>
      </p:pic>
      <p:sp>
        <p:nvSpPr>
          <p:cNvPr id="286" name="Rectangle 285"/>
          <p:cNvSpPr/>
          <p:nvPr/>
        </p:nvSpPr>
        <p:spPr>
          <a:xfrm>
            <a:off x="11189674" y="3723873"/>
            <a:ext cx="78819" cy="197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8" name="Picture 2"/>
          <p:cNvPicPr>
            <a:picLocks noChangeAspect="1" noChangeArrowheads="1"/>
          </p:cNvPicPr>
          <p:nvPr/>
        </p:nvPicPr>
        <p:blipFill>
          <a:blip r:embed="rId11"/>
          <a:srcRect l="4103" t="5010" r="9179" b="17739"/>
          <a:stretch>
            <a:fillRect/>
          </a:stretch>
        </p:blipFill>
        <p:spPr bwMode="auto">
          <a:xfrm>
            <a:off x="8489245" y="5784740"/>
            <a:ext cx="4204430" cy="1399267"/>
          </a:xfrm>
          <a:prstGeom prst="rect">
            <a:avLst/>
          </a:prstGeom>
          <a:solidFill>
            <a:schemeClr val="bg1">
              <a:lumMod val="75000"/>
              <a:alpha val="70000"/>
            </a:schemeClr>
          </a:solidFill>
        </p:spPr>
      </p:pic>
      <p:pic>
        <p:nvPicPr>
          <p:cNvPr id="179" name="Picture 2"/>
          <p:cNvPicPr preferRelativeResize="0">
            <a:picLocks noChangeAspect="1" noChangeArrowheads="1"/>
          </p:cNvPicPr>
          <p:nvPr/>
        </p:nvPicPr>
        <p:blipFill>
          <a:blip r:embed="rId12"/>
          <a:srcRect l="2392" t="5171" r="8788" b="23730"/>
          <a:stretch>
            <a:fillRect/>
          </a:stretch>
        </p:blipFill>
        <p:spPr bwMode="auto">
          <a:xfrm>
            <a:off x="9598581" y="4888857"/>
            <a:ext cx="2816450" cy="1327213"/>
          </a:xfrm>
          <a:prstGeom prst="rect">
            <a:avLst/>
          </a:prstGeom>
          <a:solidFill>
            <a:schemeClr val="bg1">
              <a:lumMod val="75000"/>
              <a:alpha val="70000"/>
            </a:schemeClr>
          </a:solidFill>
        </p:spPr>
      </p:pic>
      <p:sp>
        <p:nvSpPr>
          <p:cNvPr id="180" name="Freeform 43"/>
          <p:cNvSpPr>
            <a:spLocks noChangeAspect="1"/>
          </p:cNvSpPr>
          <p:nvPr/>
        </p:nvSpPr>
        <p:spPr>
          <a:xfrm>
            <a:off x="8707521" y="5839869"/>
            <a:ext cx="885365" cy="830171"/>
          </a:xfrm>
          <a:custGeom>
            <a:avLst/>
            <a:gdLst>
              <a:gd name="connsiteX0" fmla="*/ 2667000 w 2667000"/>
              <a:gd name="connsiteY0" fmla="*/ 2493818 h 2500745"/>
              <a:gd name="connsiteX1" fmla="*/ 2660073 w 2667000"/>
              <a:gd name="connsiteY1" fmla="*/ 949036 h 2500745"/>
              <a:gd name="connsiteX2" fmla="*/ 2202873 w 2667000"/>
              <a:gd name="connsiteY2" fmla="*/ 942109 h 2500745"/>
              <a:gd name="connsiteX3" fmla="*/ 2202873 w 2667000"/>
              <a:gd name="connsiteY3" fmla="*/ 0 h 2500745"/>
              <a:gd name="connsiteX4" fmla="*/ 0 w 2667000"/>
              <a:gd name="connsiteY4" fmla="*/ 6927 h 2500745"/>
              <a:gd name="connsiteX5" fmla="*/ 6928 w 2667000"/>
              <a:gd name="connsiteY5" fmla="*/ 1738745 h 2500745"/>
              <a:gd name="connsiteX6" fmla="*/ 27710 w 2667000"/>
              <a:gd name="connsiteY6" fmla="*/ 1773382 h 2500745"/>
              <a:gd name="connsiteX7" fmla="*/ 1981200 w 2667000"/>
              <a:gd name="connsiteY7" fmla="*/ 1773382 h 2500745"/>
              <a:gd name="connsiteX8" fmla="*/ 1988128 w 2667000"/>
              <a:gd name="connsiteY8" fmla="*/ 2500745 h 2500745"/>
              <a:gd name="connsiteX9" fmla="*/ 2667000 w 2667000"/>
              <a:gd name="connsiteY9" fmla="*/ 2493818 h 2500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67000" h="2500745">
                <a:moveTo>
                  <a:pt x="2667000" y="2493818"/>
                </a:moveTo>
                <a:lnTo>
                  <a:pt x="2660073" y="949036"/>
                </a:lnTo>
                <a:lnTo>
                  <a:pt x="2202873" y="942109"/>
                </a:lnTo>
                <a:lnTo>
                  <a:pt x="2202873" y="0"/>
                </a:lnTo>
                <a:lnTo>
                  <a:pt x="0" y="6927"/>
                </a:lnTo>
                <a:cubicBezTo>
                  <a:pt x="2309" y="584200"/>
                  <a:pt x="4619" y="1161472"/>
                  <a:pt x="6928" y="1738745"/>
                </a:cubicBezTo>
                <a:lnTo>
                  <a:pt x="27710" y="1773382"/>
                </a:lnTo>
                <a:lnTo>
                  <a:pt x="1981200" y="1773382"/>
                </a:lnTo>
                <a:cubicBezTo>
                  <a:pt x="1983509" y="2015836"/>
                  <a:pt x="1985819" y="2258291"/>
                  <a:pt x="1988128" y="2500745"/>
                </a:cubicBezTo>
                <a:lnTo>
                  <a:pt x="2667000" y="2493818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b="1" dirty="0">
                <a:solidFill>
                  <a:schemeClr val="tx1"/>
                </a:solidFill>
              </a:rPr>
              <a:t>13-101</a:t>
            </a:r>
          </a:p>
          <a:p>
            <a:pPr algn="ctr"/>
            <a:endParaRPr lang="en-US" sz="1470" dirty="0">
              <a:solidFill>
                <a:schemeClr val="tx1"/>
              </a:solidFill>
            </a:endParaRPr>
          </a:p>
          <a:p>
            <a:pPr algn="ctr"/>
            <a:r>
              <a:rPr lang="en-US" sz="1470" dirty="0">
                <a:solidFill>
                  <a:schemeClr val="tx1"/>
                </a:solidFill>
              </a:rPr>
              <a:t>Lib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443800" y="6787533"/>
            <a:ext cx="189657" cy="306366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123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644398" y="6783885"/>
            <a:ext cx="189657" cy="306366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122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846869" y="6792395"/>
            <a:ext cx="184793" cy="23950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126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9046995" y="6792868"/>
            <a:ext cx="184793" cy="23950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125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245506" y="6792395"/>
            <a:ext cx="184793" cy="23950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124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974273" y="6356928"/>
            <a:ext cx="189657" cy="317308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102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174871" y="6353280"/>
            <a:ext cx="189657" cy="317308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103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0371821" y="6356928"/>
            <a:ext cx="189657" cy="317308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104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0572418" y="6353280"/>
            <a:ext cx="189657" cy="317308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105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10992779" y="6255037"/>
            <a:ext cx="189657" cy="317308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106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1193377" y="6251390"/>
            <a:ext cx="189657" cy="317308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107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1390327" y="6255037"/>
            <a:ext cx="189657" cy="317308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108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1590925" y="6251389"/>
            <a:ext cx="189657" cy="317308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109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10989132" y="6667174"/>
            <a:ext cx="189657" cy="317308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5" name="Rectangle 194"/>
          <p:cNvSpPr/>
          <p:nvPr/>
        </p:nvSpPr>
        <p:spPr>
          <a:xfrm>
            <a:off x="11189729" y="6667174"/>
            <a:ext cx="189657" cy="317308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116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1386680" y="6667173"/>
            <a:ext cx="189657" cy="317308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115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1587278" y="6667173"/>
            <a:ext cx="189657" cy="317308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114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1787876" y="6255037"/>
            <a:ext cx="189657" cy="317308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110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1784229" y="6670821"/>
            <a:ext cx="189657" cy="317308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113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10174871" y="6780006"/>
            <a:ext cx="189657" cy="317308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120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375469" y="6780006"/>
            <a:ext cx="189657" cy="317308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119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0572419" y="6780006"/>
            <a:ext cx="189657" cy="317308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118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2189304" y="6167272"/>
            <a:ext cx="189657" cy="317308"/>
          </a:xfrm>
          <a:prstGeom prst="rect">
            <a:avLst/>
          </a:prstGeom>
          <a:solidFill>
            <a:srgbClr val="FF9933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111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2393346" y="6770684"/>
            <a:ext cx="188644" cy="218428"/>
          </a:xfrm>
          <a:prstGeom prst="rect">
            <a:avLst/>
          </a:prstGeom>
          <a:solidFill>
            <a:srgbClr val="0066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112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10007091" y="5178183"/>
            <a:ext cx="769972" cy="340611"/>
          </a:xfrm>
          <a:prstGeom prst="rect">
            <a:avLst/>
          </a:prstGeom>
          <a:solidFill>
            <a:srgbClr val="ED9121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600" b="1" dirty="0">
                <a:solidFill>
                  <a:schemeClr val="tx1"/>
                </a:solidFill>
              </a:rPr>
              <a:t>12-101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CE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10002294" y="5631531"/>
            <a:ext cx="803554" cy="34061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109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11050511" y="5528599"/>
            <a:ext cx="187496" cy="3106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108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11252000" y="5528599"/>
            <a:ext cx="187496" cy="3106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107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11453488" y="5528599"/>
            <a:ext cx="187496" cy="3106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106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11652577" y="5528599"/>
            <a:ext cx="187496" cy="3106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105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11052910" y="5100243"/>
            <a:ext cx="187496" cy="3106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102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11254398" y="5098627"/>
            <a:ext cx="187496" cy="3106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103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11455886" y="5098627"/>
            <a:ext cx="187496" cy="3106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104</a:t>
            </a:r>
            <a:endParaRPr lang="en-IN" sz="600" dirty="0">
              <a:solidFill>
                <a:schemeClr val="tx1"/>
              </a:solidFill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9497619" y="3895944"/>
            <a:ext cx="387198" cy="30241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lvl="0"/>
            <a:r>
              <a:rPr lang="en-US" sz="600" dirty="0">
                <a:solidFill>
                  <a:prstClr val="black"/>
                </a:solidFill>
              </a:rPr>
              <a:t>102</a:t>
            </a:r>
          </a:p>
          <a:p>
            <a:pPr lvl="0" algn="ctr"/>
            <a:r>
              <a:rPr lang="en-US" sz="1000" dirty="0">
                <a:solidFill>
                  <a:prstClr val="black"/>
                </a:solidFill>
              </a:rPr>
              <a:t>70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8808011" y="4127697"/>
            <a:ext cx="406982" cy="299584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lvl="0"/>
            <a:r>
              <a:rPr lang="en-US" sz="600" dirty="0">
                <a:solidFill>
                  <a:prstClr val="black"/>
                </a:solidFill>
              </a:rPr>
              <a:t>101</a:t>
            </a:r>
          </a:p>
          <a:p>
            <a:pPr lvl="0" algn="ctr"/>
            <a:r>
              <a:rPr lang="en-US" sz="1000" dirty="0">
                <a:solidFill>
                  <a:prstClr val="black"/>
                </a:solidFill>
              </a:rPr>
              <a:t>70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8748659" y="4780564"/>
            <a:ext cx="737655" cy="413736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noAutofit/>
          </a:bodyPr>
          <a:lstStyle/>
          <a:p>
            <a:r>
              <a:rPr lang="en-US" sz="600" b="1" dirty="0">
                <a:solidFill>
                  <a:schemeClr val="tx1"/>
                </a:solidFill>
              </a:rPr>
              <a:t>11-110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Maker’s Bhawan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10046344" y="3897022"/>
            <a:ext cx="189360" cy="313715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103</a:t>
            </a:r>
          </a:p>
          <a:p>
            <a:r>
              <a:rPr lang="en-US" sz="600" dirty="0">
                <a:solidFill>
                  <a:schemeClr val="tx1"/>
                </a:solidFill>
              </a:rPr>
              <a:t>Mat. Proc.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10246145" y="3895867"/>
            <a:ext cx="189360" cy="313715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104</a:t>
            </a:r>
          </a:p>
        </p:txBody>
      </p:sp>
      <p:sp>
        <p:nvSpPr>
          <p:cNvPr id="271" name="Rectangle 270"/>
          <p:cNvSpPr>
            <a:spLocks noChangeAspect="1"/>
          </p:cNvSpPr>
          <p:nvPr/>
        </p:nvSpPr>
        <p:spPr>
          <a:xfrm>
            <a:off x="10447245" y="3896815"/>
            <a:ext cx="189360" cy="313715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105</a:t>
            </a:r>
          </a:p>
          <a:p>
            <a:r>
              <a:rPr lang="en-US" sz="600" dirty="0">
                <a:solidFill>
                  <a:schemeClr val="tx1"/>
                </a:solidFill>
              </a:rPr>
              <a:t>FML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0043089" y="4305752"/>
            <a:ext cx="189360" cy="313715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109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10240927" y="4305752"/>
            <a:ext cx="189360" cy="313715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108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10441592" y="4305307"/>
            <a:ext cx="189360" cy="313715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107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10642257" y="4305307"/>
            <a:ext cx="189360" cy="317509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106</a:t>
            </a:r>
          </a:p>
          <a:p>
            <a:r>
              <a:rPr lang="en-US" sz="600" dirty="0">
                <a:solidFill>
                  <a:schemeClr val="tx1"/>
                </a:solidFill>
              </a:rPr>
              <a:t>AMPRG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472701" y="1997069"/>
            <a:ext cx="396359" cy="31087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101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70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9913100" y="2328665"/>
            <a:ext cx="297917" cy="404132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102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70</a:t>
            </a:r>
          </a:p>
        </p:txBody>
      </p:sp>
      <p:sp>
        <p:nvSpPr>
          <p:cNvPr id="263" name="Freeform 11"/>
          <p:cNvSpPr/>
          <p:nvPr/>
        </p:nvSpPr>
        <p:spPr>
          <a:xfrm>
            <a:off x="8666851" y="2461343"/>
            <a:ext cx="465441" cy="828125"/>
          </a:xfrm>
          <a:custGeom>
            <a:avLst/>
            <a:gdLst>
              <a:gd name="connsiteX0" fmla="*/ 1955800 w 1955800"/>
              <a:gd name="connsiteY0" fmla="*/ 2540000 h 3479800"/>
              <a:gd name="connsiteX1" fmla="*/ 1955800 w 1955800"/>
              <a:gd name="connsiteY1" fmla="*/ 952500 h 3479800"/>
              <a:gd name="connsiteX2" fmla="*/ 1130300 w 1955800"/>
              <a:gd name="connsiteY2" fmla="*/ 12700 h 3479800"/>
              <a:gd name="connsiteX3" fmla="*/ 330200 w 1955800"/>
              <a:gd name="connsiteY3" fmla="*/ 0 h 3479800"/>
              <a:gd name="connsiteX4" fmla="*/ 330200 w 1955800"/>
              <a:gd name="connsiteY4" fmla="*/ 266700 h 3479800"/>
              <a:gd name="connsiteX5" fmla="*/ 12700 w 1955800"/>
              <a:gd name="connsiteY5" fmla="*/ 1016000 h 3479800"/>
              <a:gd name="connsiteX6" fmla="*/ 0 w 1955800"/>
              <a:gd name="connsiteY6" fmla="*/ 2501900 h 3479800"/>
              <a:gd name="connsiteX7" fmla="*/ 12700 w 1955800"/>
              <a:gd name="connsiteY7" fmla="*/ 2603500 h 3479800"/>
              <a:gd name="connsiteX8" fmla="*/ 38100 w 1955800"/>
              <a:gd name="connsiteY8" fmla="*/ 2679700 h 3479800"/>
              <a:gd name="connsiteX9" fmla="*/ 330200 w 1955800"/>
              <a:gd name="connsiteY9" fmla="*/ 3251200 h 3479800"/>
              <a:gd name="connsiteX10" fmla="*/ 342900 w 1955800"/>
              <a:gd name="connsiteY10" fmla="*/ 3479800 h 3479800"/>
              <a:gd name="connsiteX11" fmla="*/ 1117600 w 1955800"/>
              <a:gd name="connsiteY11" fmla="*/ 3467100 h 3479800"/>
              <a:gd name="connsiteX12" fmla="*/ 1955800 w 1955800"/>
              <a:gd name="connsiteY12" fmla="*/ 2540000 h 347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55800" h="3479800">
                <a:moveTo>
                  <a:pt x="1955800" y="2540000"/>
                </a:moveTo>
                <a:lnTo>
                  <a:pt x="1955800" y="952500"/>
                </a:lnTo>
                <a:lnTo>
                  <a:pt x="1130300" y="12700"/>
                </a:lnTo>
                <a:lnTo>
                  <a:pt x="330200" y="0"/>
                </a:lnTo>
                <a:lnTo>
                  <a:pt x="330200" y="266700"/>
                </a:lnTo>
                <a:lnTo>
                  <a:pt x="12700" y="1016000"/>
                </a:lnTo>
                <a:cubicBezTo>
                  <a:pt x="8467" y="1511300"/>
                  <a:pt x="0" y="2006582"/>
                  <a:pt x="0" y="2501900"/>
                </a:cubicBezTo>
                <a:cubicBezTo>
                  <a:pt x="0" y="2536030"/>
                  <a:pt x="5549" y="2570127"/>
                  <a:pt x="12700" y="2603500"/>
                </a:cubicBezTo>
                <a:cubicBezTo>
                  <a:pt x="18310" y="2629680"/>
                  <a:pt x="38100" y="2679700"/>
                  <a:pt x="38100" y="2679700"/>
                </a:cubicBezTo>
                <a:cubicBezTo>
                  <a:pt x="334193" y="3233266"/>
                  <a:pt x="330200" y="3019363"/>
                  <a:pt x="330200" y="3251200"/>
                </a:cubicBezTo>
                <a:lnTo>
                  <a:pt x="342900" y="3479800"/>
                </a:lnTo>
                <a:lnTo>
                  <a:pt x="1117600" y="3467100"/>
                </a:lnTo>
                <a:lnTo>
                  <a:pt x="1955800" y="254000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105</a:t>
            </a:r>
          </a:p>
          <a:p>
            <a:endParaRPr lang="en-US" sz="600" dirty="0">
              <a:solidFill>
                <a:schemeClr val="tx1"/>
              </a:solidFill>
            </a:endParaRPr>
          </a:p>
          <a:p>
            <a:pPr algn="ctr"/>
            <a:r>
              <a:rPr lang="en-US" sz="1470" dirty="0">
                <a:solidFill>
                  <a:schemeClr val="tx1"/>
                </a:solidFill>
              </a:rPr>
              <a:t>250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8743020" y="3404624"/>
            <a:ext cx="368726" cy="28410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lvl="0"/>
            <a:r>
              <a:rPr lang="en-US" sz="600" dirty="0">
                <a:solidFill>
                  <a:prstClr val="black"/>
                </a:solidFill>
              </a:rPr>
              <a:t>104</a:t>
            </a:r>
          </a:p>
          <a:p>
            <a:pPr lvl="0" algn="ctr"/>
            <a:r>
              <a:rPr lang="en-US" sz="1000" dirty="0">
                <a:solidFill>
                  <a:prstClr val="black"/>
                </a:solidFill>
              </a:rPr>
              <a:t>70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9574166" y="3319998"/>
            <a:ext cx="362682" cy="287124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lvl="0"/>
            <a:r>
              <a:rPr lang="en-US" sz="600" dirty="0">
                <a:solidFill>
                  <a:prstClr val="black"/>
                </a:solidFill>
              </a:rPr>
              <a:t>103</a:t>
            </a:r>
          </a:p>
          <a:p>
            <a:pPr lvl="0" algn="ctr"/>
            <a:r>
              <a:rPr lang="en-US" sz="1000" dirty="0">
                <a:solidFill>
                  <a:prstClr val="black"/>
                </a:solidFill>
              </a:rPr>
              <a:t>70</a:t>
            </a:r>
          </a:p>
        </p:txBody>
      </p:sp>
      <p:pic>
        <p:nvPicPr>
          <p:cNvPr id="210" name="Picture 209"/>
          <p:cNvPicPr preferRelativeResize="0">
            <a:picLocks noChangeAspect="1"/>
          </p:cNvPicPr>
          <p:nvPr/>
        </p:nvPicPr>
        <p:blipFill rotWithShape="1">
          <a:blip r:embed="rId13"/>
          <a:srcRect l="26903" t="27278" r="37248" b="32232"/>
          <a:stretch>
            <a:fillRect/>
          </a:stretch>
        </p:blipFill>
        <p:spPr>
          <a:xfrm>
            <a:off x="4401350" y="6088034"/>
            <a:ext cx="2338169" cy="1485479"/>
          </a:xfrm>
          <a:prstGeom prst="rect">
            <a:avLst/>
          </a:prstGeom>
          <a:solidFill>
            <a:schemeClr val="bg1">
              <a:lumMod val="75000"/>
              <a:alpha val="70000"/>
            </a:schemeClr>
          </a:solidFill>
        </p:spPr>
      </p:pic>
      <p:sp>
        <p:nvSpPr>
          <p:cNvPr id="211" name="Rectangle 210"/>
          <p:cNvSpPr/>
          <p:nvPr/>
        </p:nvSpPr>
        <p:spPr>
          <a:xfrm>
            <a:off x="1753511" y="4645929"/>
            <a:ext cx="912454" cy="3752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Meeting Room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709080" y="5353629"/>
            <a:ext cx="468454" cy="324314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70" dirty="0">
                <a:solidFill>
                  <a:schemeClr val="tx1"/>
                </a:solidFill>
              </a:rPr>
              <a:t>108A</a:t>
            </a:r>
            <a:endParaRPr lang="en-IN" sz="1470" dirty="0">
              <a:solidFill>
                <a:schemeClr val="tx1"/>
              </a:solidFill>
            </a:endParaRPr>
          </a:p>
        </p:txBody>
      </p:sp>
      <p:sp>
        <p:nvSpPr>
          <p:cNvPr id="213" name="Rectangle 212"/>
          <p:cNvSpPr/>
          <p:nvPr/>
        </p:nvSpPr>
        <p:spPr>
          <a:xfrm>
            <a:off x="2197512" y="5355027"/>
            <a:ext cx="468454" cy="324314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470" dirty="0">
              <a:solidFill>
                <a:schemeClr val="tx1"/>
              </a:solidFill>
            </a:endParaRPr>
          </a:p>
        </p:txBody>
      </p:sp>
      <p:sp>
        <p:nvSpPr>
          <p:cNvPr id="214" name="Rectangle 213"/>
          <p:cNvSpPr/>
          <p:nvPr/>
        </p:nvSpPr>
        <p:spPr>
          <a:xfrm>
            <a:off x="1717477" y="5813644"/>
            <a:ext cx="468454" cy="324314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470" dirty="0">
              <a:solidFill>
                <a:schemeClr val="tx1"/>
              </a:solidFill>
            </a:endParaRPr>
          </a:p>
        </p:txBody>
      </p:sp>
      <p:sp>
        <p:nvSpPr>
          <p:cNvPr id="215" name="Rectangle 214"/>
          <p:cNvSpPr/>
          <p:nvPr/>
        </p:nvSpPr>
        <p:spPr>
          <a:xfrm>
            <a:off x="2212233" y="5819334"/>
            <a:ext cx="468454" cy="324314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70" dirty="0">
                <a:solidFill>
                  <a:schemeClr val="tx1"/>
                </a:solidFill>
              </a:rPr>
              <a:t>101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2761437" y="4652193"/>
            <a:ext cx="324314" cy="356381"/>
          </a:xfrm>
          <a:prstGeom prst="rect">
            <a:avLst/>
          </a:prstGeom>
          <a:solidFill>
            <a:srgbClr val="FF00FF">
              <a:alpha val="9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ME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2024323" y="5023966"/>
            <a:ext cx="618230" cy="2924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70" dirty="0">
                <a:solidFill>
                  <a:schemeClr val="tx1"/>
                </a:solidFill>
              </a:rPr>
              <a:t>e</a:t>
            </a:r>
            <a:endParaRPr lang="en-IN" sz="1470" dirty="0">
              <a:solidFill>
                <a:schemeClr val="tx1"/>
              </a:solidFill>
            </a:endParaRPr>
          </a:p>
        </p:txBody>
      </p:sp>
      <p:sp>
        <p:nvSpPr>
          <p:cNvPr id="218" name="Rectangle 217"/>
          <p:cNvSpPr/>
          <p:nvPr/>
        </p:nvSpPr>
        <p:spPr>
          <a:xfrm>
            <a:off x="3626247" y="3565388"/>
            <a:ext cx="771915" cy="327729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DOAA, JEE, GATE, JAM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397888" y="4045181"/>
            <a:ext cx="761782" cy="327729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DOSA, CDS,ISS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3319574" y="3565795"/>
            <a:ext cx="71855" cy="291537"/>
          </a:xfrm>
          <a:prstGeom prst="rect">
            <a:avLst/>
          </a:prstGeom>
          <a:solidFill>
            <a:srgbClr val="843C0C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none" rtlCol="0" anchor="ctr"/>
          <a:lstStyle/>
          <a:p>
            <a:pPr algn="ctr"/>
            <a:r>
              <a:rPr lang="en-IN" sz="525" dirty="0">
                <a:solidFill>
                  <a:schemeClr val="tx1"/>
                </a:solidFill>
              </a:rPr>
              <a:t>Copy </a:t>
            </a:r>
            <a:r>
              <a:rPr lang="en-IN" sz="525" dirty="0" err="1">
                <a:solidFill>
                  <a:schemeClr val="tx1"/>
                </a:solidFill>
              </a:rPr>
              <a:t>Ctr</a:t>
            </a:r>
            <a:endParaRPr lang="en-IN" sz="525" dirty="0">
              <a:solidFill>
                <a:schemeClr val="tx1"/>
              </a:solidFill>
            </a:endParaRPr>
          </a:p>
        </p:txBody>
      </p:sp>
      <p:sp>
        <p:nvSpPr>
          <p:cNvPr id="221" name="Rectangle 220"/>
          <p:cNvSpPr/>
          <p:nvPr/>
        </p:nvSpPr>
        <p:spPr>
          <a:xfrm>
            <a:off x="4860177" y="6784491"/>
            <a:ext cx="427184" cy="290662"/>
          </a:xfrm>
          <a:prstGeom prst="rect">
            <a:avLst/>
          </a:prstGeom>
          <a:solidFill>
            <a:schemeClr val="bg1"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155" dirty="0">
              <a:solidFill>
                <a:schemeClr val="tx1"/>
              </a:solidFill>
            </a:endParaRPr>
          </a:p>
        </p:txBody>
      </p:sp>
      <p:sp>
        <p:nvSpPr>
          <p:cNvPr id="222" name="Rectangle 221"/>
          <p:cNvSpPr/>
          <p:nvPr/>
        </p:nvSpPr>
        <p:spPr>
          <a:xfrm>
            <a:off x="4861392" y="7198340"/>
            <a:ext cx="427184" cy="290661"/>
          </a:xfrm>
          <a:prstGeom prst="rect">
            <a:avLst/>
          </a:prstGeom>
          <a:solidFill>
            <a:schemeClr val="bg1"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155" dirty="0">
              <a:solidFill>
                <a:schemeClr val="tx1"/>
              </a:solidFill>
            </a:endParaRPr>
          </a:p>
        </p:txBody>
      </p:sp>
      <p:sp>
        <p:nvSpPr>
          <p:cNvPr id="223" name="Rectangle 222"/>
          <p:cNvSpPr/>
          <p:nvPr/>
        </p:nvSpPr>
        <p:spPr>
          <a:xfrm>
            <a:off x="5303166" y="6786079"/>
            <a:ext cx="173850" cy="289074"/>
          </a:xfrm>
          <a:prstGeom prst="rect">
            <a:avLst/>
          </a:prstGeom>
          <a:solidFill>
            <a:srgbClr val="00FFFF">
              <a:alpha val="7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Ch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303165" y="7198340"/>
            <a:ext cx="427184" cy="2906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155" dirty="0">
              <a:solidFill>
                <a:schemeClr val="tx1"/>
              </a:solidFill>
            </a:endParaRPr>
          </a:p>
        </p:txBody>
      </p:sp>
      <p:sp>
        <p:nvSpPr>
          <p:cNvPr id="225" name="Rectangle 224"/>
          <p:cNvSpPr/>
          <p:nvPr/>
        </p:nvSpPr>
        <p:spPr>
          <a:xfrm>
            <a:off x="6273235" y="7198339"/>
            <a:ext cx="427184" cy="290662"/>
          </a:xfrm>
          <a:prstGeom prst="rect">
            <a:avLst/>
          </a:prstGeom>
          <a:solidFill>
            <a:schemeClr val="bg1"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155" dirty="0">
              <a:solidFill>
                <a:schemeClr val="tx1"/>
              </a:solidFill>
            </a:endParaRPr>
          </a:p>
        </p:txBody>
      </p:sp>
      <p:sp>
        <p:nvSpPr>
          <p:cNvPr id="226" name="Rectangle 225"/>
          <p:cNvSpPr/>
          <p:nvPr/>
        </p:nvSpPr>
        <p:spPr>
          <a:xfrm>
            <a:off x="5828184" y="7198338"/>
            <a:ext cx="427184" cy="290662"/>
          </a:xfrm>
          <a:prstGeom prst="rect">
            <a:avLst/>
          </a:prstGeom>
          <a:solidFill>
            <a:schemeClr val="bg1"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155" dirty="0">
              <a:solidFill>
                <a:schemeClr val="tx1"/>
              </a:solidFill>
            </a:endParaRPr>
          </a:p>
        </p:txBody>
      </p:sp>
      <p:sp>
        <p:nvSpPr>
          <p:cNvPr id="227" name="Rectangle 226"/>
          <p:cNvSpPr/>
          <p:nvPr/>
        </p:nvSpPr>
        <p:spPr>
          <a:xfrm>
            <a:off x="4860177" y="6153510"/>
            <a:ext cx="830639" cy="326849"/>
          </a:xfrm>
          <a:prstGeom prst="rect">
            <a:avLst/>
          </a:prstGeom>
          <a:solidFill>
            <a:srgbClr val="ED91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CE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8" name="Rectangle 227"/>
          <p:cNvSpPr/>
          <p:nvPr/>
        </p:nvSpPr>
        <p:spPr>
          <a:xfrm>
            <a:off x="4491359" y="6153510"/>
            <a:ext cx="284793" cy="31016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735" dirty="0">
                <a:solidFill>
                  <a:schemeClr val="tx1"/>
                </a:solidFill>
              </a:rPr>
              <a:t>Faculty </a:t>
            </a:r>
            <a:r>
              <a:rPr lang="en-IN" sz="700" dirty="0">
                <a:solidFill>
                  <a:schemeClr val="tx1"/>
                </a:solidFill>
              </a:rPr>
              <a:t>Lounge</a:t>
            </a:r>
            <a:endParaRPr lang="en-IN" sz="735" dirty="0">
              <a:solidFill>
                <a:schemeClr val="tx1"/>
              </a:solidFill>
            </a:endParaRPr>
          </a:p>
        </p:txBody>
      </p:sp>
      <p:sp>
        <p:nvSpPr>
          <p:cNvPr id="229" name="Rectangle 228"/>
          <p:cNvSpPr/>
          <p:nvPr/>
        </p:nvSpPr>
        <p:spPr>
          <a:xfrm rot="2699041">
            <a:off x="2962702" y="2516731"/>
            <a:ext cx="644646" cy="476783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  </a:t>
            </a:r>
            <a:r>
              <a:rPr lang="en-US" sz="1200" dirty="0">
                <a:solidFill>
                  <a:schemeClr val="tx1"/>
                </a:solidFill>
              </a:rPr>
              <a:t>101</a:t>
            </a:r>
            <a:endParaRPr lang="en-IN" sz="1200" dirty="0">
              <a:solidFill>
                <a:schemeClr val="tx1"/>
              </a:solidFill>
            </a:endParaRPr>
          </a:p>
          <a:p>
            <a:pPr algn="ctr"/>
            <a:r>
              <a:rPr lang="en-IN" sz="1470" dirty="0">
                <a:solidFill>
                  <a:schemeClr val="tx1"/>
                </a:solidFill>
              </a:rPr>
              <a:t>150</a:t>
            </a:r>
          </a:p>
        </p:txBody>
      </p:sp>
      <p:sp>
        <p:nvSpPr>
          <p:cNvPr id="230" name="Rectangle 229"/>
          <p:cNvSpPr/>
          <p:nvPr/>
        </p:nvSpPr>
        <p:spPr>
          <a:xfrm rot="2699041">
            <a:off x="3439930" y="2035818"/>
            <a:ext cx="645719" cy="476783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200" dirty="0">
                <a:solidFill>
                  <a:schemeClr val="tx1"/>
                </a:solidFill>
              </a:rPr>
              <a:t>102</a:t>
            </a:r>
            <a:endParaRPr lang="en-IN" sz="1200" dirty="0">
              <a:solidFill>
                <a:schemeClr val="tx1"/>
              </a:solidFill>
            </a:endParaRPr>
          </a:p>
          <a:p>
            <a:pPr algn="ctr"/>
            <a:r>
              <a:rPr lang="en-IN" sz="1470" dirty="0">
                <a:solidFill>
                  <a:schemeClr val="tx1"/>
                </a:solidFill>
              </a:rPr>
              <a:t>150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31" name="Rectangle 230"/>
          <p:cNvSpPr/>
          <p:nvPr/>
        </p:nvSpPr>
        <p:spPr>
          <a:xfrm>
            <a:off x="4768307" y="1942915"/>
            <a:ext cx="743003" cy="67687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400" dirty="0">
                <a:solidFill>
                  <a:schemeClr val="tx1"/>
                </a:solidFill>
              </a:rPr>
              <a:t>103</a:t>
            </a:r>
            <a:endParaRPr lang="en-IN" sz="1400" dirty="0">
              <a:solidFill>
                <a:schemeClr val="tx1"/>
              </a:solidFill>
            </a:endParaRPr>
          </a:p>
          <a:p>
            <a:pPr algn="ctr"/>
            <a:r>
              <a:rPr lang="en-IN" sz="1470" dirty="0">
                <a:solidFill>
                  <a:schemeClr val="tx1"/>
                </a:solidFill>
              </a:rPr>
              <a:t>300 CR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(</a:t>
            </a:r>
            <a:r>
              <a:rPr lang="en-IN" sz="1000" dirty="0" err="1">
                <a:solidFill>
                  <a:schemeClr val="tx1"/>
                </a:solidFill>
              </a:rPr>
              <a:t>Jibaben</a:t>
            </a:r>
            <a:r>
              <a:rPr lang="en-IN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32" name="Rectangle 231"/>
          <p:cNvSpPr/>
          <p:nvPr/>
        </p:nvSpPr>
        <p:spPr>
          <a:xfrm rot="2728078">
            <a:off x="6438611" y="2245236"/>
            <a:ext cx="833023" cy="863142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200" dirty="0">
                <a:solidFill>
                  <a:schemeClr val="tx1"/>
                </a:solidFill>
              </a:rPr>
              <a:t>101</a:t>
            </a:r>
            <a:endParaRPr lang="en-IN" sz="1600" dirty="0">
              <a:solidFill>
                <a:schemeClr val="tx1"/>
              </a:solidFill>
            </a:endParaRPr>
          </a:p>
          <a:p>
            <a:pPr algn="ctr"/>
            <a:r>
              <a:rPr lang="en-IN" sz="1600" dirty="0">
                <a:solidFill>
                  <a:schemeClr val="tx1"/>
                </a:solidFill>
              </a:rPr>
              <a:t>600 CR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(</a:t>
            </a:r>
            <a:r>
              <a:rPr lang="en-IN" sz="1000" dirty="0" err="1">
                <a:solidFill>
                  <a:schemeClr val="tx1"/>
                </a:solidFill>
              </a:rPr>
              <a:t>Jasubhai</a:t>
            </a:r>
            <a:r>
              <a:rPr lang="en-IN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5369739" y="3230428"/>
            <a:ext cx="479916" cy="643188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200" dirty="0">
                <a:solidFill>
                  <a:schemeClr val="tx1"/>
                </a:solidFill>
              </a:rPr>
              <a:t>102</a:t>
            </a:r>
            <a:endParaRPr lang="en-IN" sz="1200" dirty="0">
              <a:solidFill>
                <a:schemeClr val="tx1"/>
              </a:solidFill>
            </a:endParaRPr>
          </a:p>
          <a:p>
            <a:pPr algn="ctr"/>
            <a:r>
              <a:rPr lang="en-IN" sz="1400" dirty="0">
                <a:solidFill>
                  <a:schemeClr val="tx1"/>
                </a:solidFill>
              </a:rPr>
              <a:t>150</a:t>
            </a:r>
            <a:endParaRPr lang="en-IN" sz="1470" dirty="0">
              <a:solidFill>
                <a:schemeClr val="tx1"/>
              </a:solidFill>
            </a:endParaRPr>
          </a:p>
        </p:txBody>
      </p:sp>
      <p:sp>
        <p:nvSpPr>
          <p:cNvPr id="234" name="Rectangle 233"/>
          <p:cNvSpPr/>
          <p:nvPr/>
        </p:nvSpPr>
        <p:spPr>
          <a:xfrm>
            <a:off x="5935160" y="5304589"/>
            <a:ext cx="307473" cy="354330"/>
          </a:xfrm>
          <a:prstGeom prst="rect">
            <a:avLst/>
          </a:prstGeom>
          <a:solidFill>
            <a:srgbClr val="C0C0C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CDAC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5283236" y="5338049"/>
            <a:ext cx="353246" cy="289802"/>
          </a:xfrm>
          <a:prstGeom prst="rect">
            <a:avLst/>
          </a:prstGeom>
          <a:solidFill>
            <a:srgbClr val="D7004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CL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4842325" y="5332692"/>
            <a:ext cx="403318" cy="289802"/>
          </a:xfrm>
          <a:prstGeom prst="rect">
            <a:avLst/>
          </a:prstGeom>
          <a:solidFill>
            <a:srgbClr val="D7004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CL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4842325" y="4927950"/>
            <a:ext cx="408270" cy="289802"/>
          </a:xfrm>
          <a:prstGeom prst="rect">
            <a:avLst/>
          </a:prstGeom>
          <a:solidFill>
            <a:schemeClr val="bg1">
              <a:lumMod val="75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260" dirty="0">
                <a:solidFill>
                  <a:schemeClr val="tx1"/>
                </a:solidFill>
              </a:rPr>
              <a:t>103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276181" y="4927950"/>
            <a:ext cx="365136" cy="289802"/>
          </a:xfrm>
          <a:prstGeom prst="rect">
            <a:avLst/>
          </a:prstGeom>
          <a:solidFill>
            <a:schemeClr val="bg1">
              <a:lumMod val="75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260" dirty="0">
                <a:solidFill>
                  <a:schemeClr val="tx1"/>
                </a:solidFill>
              </a:rPr>
              <a:t>104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5658728" y="4929538"/>
            <a:ext cx="245681" cy="289802"/>
          </a:xfrm>
          <a:prstGeom prst="rect">
            <a:avLst/>
          </a:prstGeom>
          <a:solidFill>
            <a:srgbClr val="C0C0C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ISTF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244" name="TextBox 243"/>
          <p:cNvSpPr txBox="1"/>
          <p:nvPr/>
        </p:nvSpPr>
        <p:spPr>
          <a:xfrm>
            <a:off x="2969177" y="1196553"/>
            <a:ext cx="3863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AB1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255368" y="1167203"/>
            <a:ext cx="3863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AB2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4168149" y="4043695"/>
            <a:ext cx="230014" cy="329211"/>
          </a:xfrm>
          <a:prstGeom prst="rect">
            <a:avLst/>
          </a:prstGeom>
          <a:solidFill>
            <a:schemeClr val="bg1"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600" dirty="0">
                <a:solidFill>
                  <a:schemeClr val="tx1"/>
                </a:solidFill>
              </a:rPr>
              <a:t>Reception</a:t>
            </a:r>
            <a:endParaRPr lang="en-IN" sz="210" dirty="0">
              <a:solidFill>
                <a:schemeClr val="tx1"/>
              </a:solidFill>
            </a:endParaRPr>
          </a:p>
        </p:txBody>
      </p:sp>
      <p:sp>
        <p:nvSpPr>
          <p:cNvPr id="251" name="Rectangle 250"/>
          <p:cNvSpPr/>
          <p:nvPr/>
        </p:nvSpPr>
        <p:spPr>
          <a:xfrm>
            <a:off x="3405560" y="3563906"/>
            <a:ext cx="213622" cy="320732"/>
          </a:xfrm>
          <a:prstGeom prst="rect">
            <a:avLst/>
          </a:prstGeom>
          <a:solidFill>
            <a:schemeClr val="bg1"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735" dirty="0">
                <a:solidFill>
                  <a:schemeClr val="tx1"/>
                </a:solidFill>
              </a:rPr>
              <a:t>MR</a:t>
            </a:r>
          </a:p>
        </p:txBody>
      </p:sp>
      <p:sp>
        <p:nvSpPr>
          <p:cNvPr id="252" name="Freeform: Shape 251"/>
          <p:cNvSpPr/>
          <p:nvPr/>
        </p:nvSpPr>
        <p:spPr>
          <a:xfrm>
            <a:off x="1439300" y="5804792"/>
            <a:ext cx="186774" cy="328541"/>
          </a:xfrm>
          <a:custGeom>
            <a:avLst/>
            <a:gdLst>
              <a:gd name="connsiteX0" fmla="*/ 0 w 197644"/>
              <a:gd name="connsiteY0" fmla="*/ 347662 h 347662"/>
              <a:gd name="connsiteX1" fmla="*/ 121444 w 197644"/>
              <a:gd name="connsiteY1" fmla="*/ 347662 h 347662"/>
              <a:gd name="connsiteX2" fmla="*/ 121444 w 197644"/>
              <a:gd name="connsiteY2" fmla="*/ 238125 h 347662"/>
              <a:gd name="connsiteX3" fmla="*/ 197644 w 197644"/>
              <a:gd name="connsiteY3" fmla="*/ 238125 h 347662"/>
              <a:gd name="connsiteX4" fmla="*/ 197644 w 197644"/>
              <a:gd name="connsiteY4" fmla="*/ 73818 h 347662"/>
              <a:gd name="connsiteX5" fmla="*/ 138112 w 197644"/>
              <a:gd name="connsiteY5" fmla="*/ 73818 h 347662"/>
              <a:gd name="connsiteX6" fmla="*/ 138112 w 197644"/>
              <a:gd name="connsiteY6" fmla="*/ 0 h 347662"/>
              <a:gd name="connsiteX7" fmla="*/ 7144 w 197644"/>
              <a:gd name="connsiteY7" fmla="*/ 0 h 347662"/>
              <a:gd name="connsiteX8" fmla="*/ 0 w 197644"/>
              <a:gd name="connsiteY8" fmla="*/ 347662 h 347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7644" h="347662">
                <a:moveTo>
                  <a:pt x="0" y="347662"/>
                </a:moveTo>
                <a:lnTo>
                  <a:pt x="121444" y="347662"/>
                </a:lnTo>
                <a:lnTo>
                  <a:pt x="121444" y="238125"/>
                </a:lnTo>
                <a:lnTo>
                  <a:pt x="197644" y="238125"/>
                </a:lnTo>
                <a:lnTo>
                  <a:pt x="197644" y="73818"/>
                </a:lnTo>
                <a:lnTo>
                  <a:pt x="138112" y="73818"/>
                </a:lnTo>
                <a:lnTo>
                  <a:pt x="138112" y="0"/>
                </a:lnTo>
                <a:lnTo>
                  <a:pt x="7144" y="0"/>
                </a:lnTo>
                <a:lnTo>
                  <a:pt x="0" y="347662"/>
                </a:lnTo>
                <a:close/>
              </a:path>
            </a:pathLst>
          </a:custGeom>
          <a:solidFill>
            <a:srgbClr val="FFFF00">
              <a:alpha val="5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3" name="TextBox 252"/>
          <p:cNvSpPr txBox="1"/>
          <p:nvPr/>
        </p:nvSpPr>
        <p:spPr>
          <a:xfrm>
            <a:off x="332375" y="3782421"/>
            <a:ext cx="3863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AB3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338480" y="5410676"/>
            <a:ext cx="3863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AB4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5497654" y="7753947"/>
            <a:ext cx="3863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AB6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6904780" y="4806186"/>
            <a:ext cx="57099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AB5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682313" y="2692704"/>
            <a:ext cx="77136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AB10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7685817" y="4115293"/>
            <a:ext cx="68800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AB11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7667649" y="5321049"/>
            <a:ext cx="771365" cy="415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AB12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7667649" y="6343277"/>
            <a:ext cx="50334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AB13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657734" y="5341583"/>
            <a:ext cx="245681" cy="282546"/>
          </a:xfrm>
          <a:prstGeom prst="rect">
            <a:avLst/>
          </a:prstGeom>
          <a:solidFill>
            <a:srgbClr val="C0C0C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IMS</a:t>
            </a:r>
          </a:p>
        </p:txBody>
      </p:sp>
      <p:sp>
        <p:nvSpPr>
          <p:cNvPr id="166" name="Freeform: Shape 165"/>
          <p:cNvSpPr/>
          <p:nvPr/>
        </p:nvSpPr>
        <p:spPr>
          <a:xfrm>
            <a:off x="5818309" y="6516330"/>
            <a:ext cx="882110" cy="567071"/>
          </a:xfrm>
          <a:custGeom>
            <a:avLst/>
            <a:gdLst>
              <a:gd name="connsiteX0" fmla="*/ 0 w 933450"/>
              <a:gd name="connsiteY0" fmla="*/ 600075 h 600075"/>
              <a:gd name="connsiteX1" fmla="*/ 933450 w 933450"/>
              <a:gd name="connsiteY1" fmla="*/ 600075 h 600075"/>
              <a:gd name="connsiteX2" fmla="*/ 933450 w 933450"/>
              <a:gd name="connsiteY2" fmla="*/ 0 h 600075"/>
              <a:gd name="connsiteX3" fmla="*/ 645319 w 933450"/>
              <a:gd name="connsiteY3" fmla="*/ 288131 h 600075"/>
              <a:gd name="connsiteX4" fmla="*/ 7144 w 933450"/>
              <a:gd name="connsiteY4" fmla="*/ 288131 h 600075"/>
              <a:gd name="connsiteX5" fmla="*/ 0 w 933450"/>
              <a:gd name="connsiteY5" fmla="*/ 600075 h 60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33450" h="600075">
                <a:moveTo>
                  <a:pt x="0" y="600075"/>
                </a:moveTo>
                <a:lnTo>
                  <a:pt x="933450" y="600075"/>
                </a:lnTo>
                <a:lnTo>
                  <a:pt x="933450" y="0"/>
                </a:lnTo>
                <a:lnTo>
                  <a:pt x="645319" y="288131"/>
                </a:lnTo>
                <a:lnTo>
                  <a:pt x="7144" y="288131"/>
                </a:lnTo>
                <a:lnTo>
                  <a:pt x="0" y="600075"/>
                </a:lnTo>
                <a:close/>
              </a:path>
            </a:pathLst>
          </a:custGeom>
          <a:solidFill>
            <a:schemeClr val="bg1"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155" dirty="0">
              <a:solidFill>
                <a:schemeClr val="tx1"/>
              </a:solidFill>
            </a:endParaRPr>
          </a:p>
          <a:p>
            <a:pPr algn="ctr"/>
            <a:endParaRPr lang="en-IN" sz="1155" dirty="0">
              <a:solidFill>
                <a:schemeClr val="tx1"/>
              </a:solidFill>
            </a:endParaRPr>
          </a:p>
        </p:txBody>
      </p:sp>
      <p:sp>
        <p:nvSpPr>
          <p:cNvPr id="168" name="Freeform: Shape 167"/>
          <p:cNvSpPr/>
          <p:nvPr/>
        </p:nvSpPr>
        <p:spPr>
          <a:xfrm>
            <a:off x="6327057" y="5302990"/>
            <a:ext cx="319540" cy="328541"/>
          </a:xfrm>
          <a:custGeom>
            <a:avLst/>
            <a:gdLst>
              <a:gd name="connsiteX0" fmla="*/ 0 w 338138"/>
              <a:gd name="connsiteY0" fmla="*/ 347662 h 347662"/>
              <a:gd name="connsiteX1" fmla="*/ 338138 w 338138"/>
              <a:gd name="connsiteY1" fmla="*/ 347662 h 347662"/>
              <a:gd name="connsiteX2" fmla="*/ 338138 w 338138"/>
              <a:gd name="connsiteY2" fmla="*/ 90487 h 347662"/>
              <a:gd name="connsiteX3" fmla="*/ 285750 w 338138"/>
              <a:gd name="connsiteY3" fmla="*/ 90487 h 347662"/>
              <a:gd name="connsiteX4" fmla="*/ 285750 w 338138"/>
              <a:gd name="connsiteY4" fmla="*/ 0 h 347662"/>
              <a:gd name="connsiteX5" fmla="*/ 52388 w 338138"/>
              <a:gd name="connsiteY5" fmla="*/ 0 h 347662"/>
              <a:gd name="connsiteX6" fmla="*/ 52388 w 338138"/>
              <a:gd name="connsiteY6" fmla="*/ 95250 h 347662"/>
              <a:gd name="connsiteX7" fmla="*/ 0 w 338138"/>
              <a:gd name="connsiteY7" fmla="*/ 95250 h 347662"/>
              <a:gd name="connsiteX8" fmla="*/ 0 w 338138"/>
              <a:gd name="connsiteY8" fmla="*/ 347662 h 347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8138" h="347662">
                <a:moveTo>
                  <a:pt x="0" y="347662"/>
                </a:moveTo>
                <a:lnTo>
                  <a:pt x="338138" y="347662"/>
                </a:lnTo>
                <a:lnTo>
                  <a:pt x="338138" y="90487"/>
                </a:lnTo>
                <a:lnTo>
                  <a:pt x="285750" y="90487"/>
                </a:lnTo>
                <a:lnTo>
                  <a:pt x="285750" y="0"/>
                </a:lnTo>
                <a:lnTo>
                  <a:pt x="52388" y="0"/>
                </a:lnTo>
                <a:lnTo>
                  <a:pt x="52388" y="95250"/>
                </a:lnTo>
                <a:lnTo>
                  <a:pt x="0" y="95250"/>
                </a:lnTo>
                <a:lnTo>
                  <a:pt x="0" y="347662"/>
                </a:lnTo>
                <a:close/>
              </a:path>
            </a:pathLst>
          </a:custGeom>
          <a:solidFill>
            <a:srgbClr val="C0C0C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Super Comp</a:t>
            </a:r>
          </a:p>
        </p:txBody>
      </p:sp>
      <p:sp>
        <p:nvSpPr>
          <p:cNvPr id="169" name="Freeform: Shape 168"/>
          <p:cNvSpPr/>
          <p:nvPr/>
        </p:nvSpPr>
        <p:spPr>
          <a:xfrm>
            <a:off x="6329211" y="4685303"/>
            <a:ext cx="324041" cy="607576"/>
          </a:xfrm>
          <a:custGeom>
            <a:avLst/>
            <a:gdLst>
              <a:gd name="connsiteX0" fmla="*/ 276225 w 342900"/>
              <a:gd name="connsiteY0" fmla="*/ 0 h 642937"/>
              <a:gd name="connsiteX1" fmla="*/ 276225 w 342900"/>
              <a:gd name="connsiteY1" fmla="*/ 252412 h 642937"/>
              <a:gd name="connsiteX2" fmla="*/ 342900 w 342900"/>
              <a:gd name="connsiteY2" fmla="*/ 252412 h 642937"/>
              <a:gd name="connsiteX3" fmla="*/ 342900 w 342900"/>
              <a:gd name="connsiteY3" fmla="*/ 561975 h 642937"/>
              <a:gd name="connsiteX4" fmla="*/ 285750 w 342900"/>
              <a:gd name="connsiteY4" fmla="*/ 561975 h 642937"/>
              <a:gd name="connsiteX5" fmla="*/ 285750 w 342900"/>
              <a:gd name="connsiteY5" fmla="*/ 642937 h 642937"/>
              <a:gd name="connsiteX6" fmla="*/ 42862 w 342900"/>
              <a:gd name="connsiteY6" fmla="*/ 642937 h 642937"/>
              <a:gd name="connsiteX7" fmla="*/ 42862 w 342900"/>
              <a:gd name="connsiteY7" fmla="*/ 561975 h 642937"/>
              <a:gd name="connsiteX8" fmla="*/ 0 w 342900"/>
              <a:gd name="connsiteY8" fmla="*/ 561975 h 642937"/>
              <a:gd name="connsiteX9" fmla="*/ 0 w 342900"/>
              <a:gd name="connsiteY9" fmla="*/ 252412 h 642937"/>
              <a:gd name="connsiteX10" fmla="*/ 47625 w 342900"/>
              <a:gd name="connsiteY10" fmla="*/ 252412 h 642937"/>
              <a:gd name="connsiteX11" fmla="*/ 276225 w 342900"/>
              <a:gd name="connsiteY11" fmla="*/ 0 h 642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2900" h="642937">
                <a:moveTo>
                  <a:pt x="276225" y="0"/>
                </a:moveTo>
                <a:lnTo>
                  <a:pt x="276225" y="252412"/>
                </a:lnTo>
                <a:lnTo>
                  <a:pt x="342900" y="252412"/>
                </a:lnTo>
                <a:lnTo>
                  <a:pt x="342900" y="561975"/>
                </a:lnTo>
                <a:lnTo>
                  <a:pt x="285750" y="561975"/>
                </a:lnTo>
                <a:lnTo>
                  <a:pt x="285750" y="642937"/>
                </a:lnTo>
                <a:lnTo>
                  <a:pt x="42862" y="642937"/>
                </a:lnTo>
                <a:lnTo>
                  <a:pt x="42862" y="561975"/>
                </a:lnTo>
                <a:lnTo>
                  <a:pt x="0" y="561975"/>
                </a:lnTo>
                <a:lnTo>
                  <a:pt x="0" y="252412"/>
                </a:lnTo>
                <a:lnTo>
                  <a:pt x="47625" y="252412"/>
                </a:lnTo>
                <a:lnTo>
                  <a:pt x="276225" y="0"/>
                </a:lnTo>
                <a:close/>
              </a:path>
            </a:pathLst>
          </a:custGeom>
          <a:solidFill>
            <a:srgbClr val="D70040">
              <a:alpha val="9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  <a:p>
            <a:pPr algn="ctr"/>
            <a:r>
              <a:rPr lang="en-IN" sz="1400" dirty="0">
                <a:solidFill>
                  <a:schemeClr val="tx1"/>
                </a:solidFill>
              </a:rPr>
              <a:t>CL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70" name="Freeform: Shape 169"/>
          <p:cNvSpPr/>
          <p:nvPr/>
        </p:nvSpPr>
        <p:spPr>
          <a:xfrm>
            <a:off x="1943363" y="3439745"/>
            <a:ext cx="1361420" cy="927116"/>
          </a:xfrm>
          <a:custGeom>
            <a:avLst/>
            <a:gdLst>
              <a:gd name="connsiteX0" fmla="*/ 621506 w 1440656"/>
              <a:gd name="connsiteY0" fmla="*/ 690562 h 981075"/>
              <a:gd name="connsiteX1" fmla="*/ 738187 w 1440656"/>
              <a:gd name="connsiteY1" fmla="*/ 707231 h 981075"/>
              <a:gd name="connsiteX2" fmla="*/ 738187 w 1440656"/>
              <a:gd name="connsiteY2" fmla="*/ 981075 h 981075"/>
              <a:gd name="connsiteX3" fmla="*/ 1250156 w 1440656"/>
              <a:gd name="connsiteY3" fmla="*/ 981075 h 981075"/>
              <a:gd name="connsiteX4" fmla="*/ 1250156 w 1440656"/>
              <a:gd name="connsiteY4" fmla="*/ 692944 h 981075"/>
              <a:gd name="connsiteX5" fmla="*/ 1440656 w 1440656"/>
              <a:gd name="connsiteY5" fmla="*/ 692944 h 981075"/>
              <a:gd name="connsiteX6" fmla="*/ 1440656 w 1440656"/>
              <a:gd name="connsiteY6" fmla="*/ 138112 h 981075"/>
              <a:gd name="connsiteX7" fmla="*/ 738187 w 1440656"/>
              <a:gd name="connsiteY7" fmla="*/ 138112 h 981075"/>
              <a:gd name="connsiteX8" fmla="*/ 600075 w 1440656"/>
              <a:gd name="connsiteY8" fmla="*/ 0 h 981075"/>
              <a:gd name="connsiteX9" fmla="*/ 0 w 1440656"/>
              <a:gd name="connsiteY9" fmla="*/ 600075 h 981075"/>
              <a:gd name="connsiteX10" fmla="*/ 373856 w 1440656"/>
              <a:gd name="connsiteY10" fmla="*/ 973931 h 981075"/>
              <a:gd name="connsiteX11" fmla="*/ 492918 w 1440656"/>
              <a:gd name="connsiteY11" fmla="*/ 854869 h 981075"/>
              <a:gd name="connsiteX12" fmla="*/ 492918 w 1440656"/>
              <a:gd name="connsiteY12" fmla="*/ 778669 h 981075"/>
              <a:gd name="connsiteX13" fmla="*/ 628649 w 1440656"/>
              <a:gd name="connsiteY13" fmla="*/ 778669 h 981075"/>
              <a:gd name="connsiteX14" fmla="*/ 621506 w 1440656"/>
              <a:gd name="connsiteY14" fmla="*/ 690562 h 98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40656" h="981075">
                <a:moveTo>
                  <a:pt x="621506" y="690562"/>
                </a:moveTo>
                <a:lnTo>
                  <a:pt x="738187" y="707231"/>
                </a:lnTo>
                <a:lnTo>
                  <a:pt x="738187" y="981075"/>
                </a:lnTo>
                <a:lnTo>
                  <a:pt x="1250156" y="981075"/>
                </a:lnTo>
                <a:lnTo>
                  <a:pt x="1250156" y="692944"/>
                </a:lnTo>
                <a:lnTo>
                  <a:pt x="1440656" y="692944"/>
                </a:lnTo>
                <a:lnTo>
                  <a:pt x="1440656" y="138112"/>
                </a:lnTo>
                <a:lnTo>
                  <a:pt x="738187" y="138112"/>
                </a:lnTo>
                <a:lnTo>
                  <a:pt x="600075" y="0"/>
                </a:lnTo>
                <a:lnTo>
                  <a:pt x="0" y="600075"/>
                </a:lnTo>
                <a:lnTo>
                  <a:pt x="373856" y="973931"/>
                </a:lnTo>
                <a:lnTo>
                  <a:pt x="492918" y="854869"/>
                </a:lnTo>
                <a:lnTo>
                  <a:pt x="492918" y="778669"/>
                </a:lnTo>
                <a:lnTo>
                  <a:pt x="628649" y="778669"/>
                </a:lnTo>
                <a:lnTo>
                  <a:pt x="621506" y="690562"/>
                </a:lnTo>
                <a:close/>
              </a:path>
            </a:pathLst>
          </a:custGeom>
          <a:solidFill>
            <a:srgbClr val="FFFF00">
              <a:alpha val="4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60" dirty="0">
              <a:solidFill>
                <a:schemeClr val="tx1"/>
              </a:solidFill>
            </a:endParaRPr>
          </a:p>
          <a:p>
            <a:pPr algn="ctr"/>
            <a:r>
              <a:rPr lang="en-US" altLang="en-IN" sz="1260" dirty="0">
                <a:solidFill>
                  <a:schemeClr val="tx1"/>
                </a:solidFill>
              </a:rPr>
              <a:t>CCL</a:t>
            </a:r>
            <a:endParaRPr lang="en-IN" sz="1260" dirty="0">
              <a:solidFill>
                <a:schemeClr val="tx1"/>
              </a:solidFill>
            </a:endParaRPr>
          </a:p>
          <a:p>
            <a:pPr algn="ctr"/>
            <a:endParaRPr lang="en-IN" sz="1260" dirty="0">
              <a:solidFill>
                <a:schemeClr val="tx1"/>
              </a:solidFill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1421126" y="5304589"/>
            <a:ext cx="1264473" cy="882340"/>
          </a:xfrm>
          <a:prstGeom prst="rect">
            <a:avLst/>
          </a:prstGeom>
          <a:solidFill>
            <a:srgbClr val="FF00FF">
              <a:alpha val="9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ME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832527" y="4926952"/>
            <a:ext cx="811213" cy="296239"/>
          </a:xfrm>
          <a:prstGeom prst="rect">
            <a:avLst/>
          </a:prstGeom>
          <a:solidFill>
            <a:srgbClr val="ED9121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CE</a:t>
            </a:r>
            <a:endParaRPr lang="en-IN" sz="2400" dirty="0">
              <a:solidFill>
                <a:schemeClr val="tx1"/>
              </a:solidFill>
            </a:endParaRPr>
          </a:p>
        </p:txBody>
      </p:sp>
      <p:pic>
        <p:nvPicPr>
          <p:cNvPr id="289" name="Picture 288"/>
          <p:cNvPicPr>
            <a:picLocks noChangeAspect="1"/>
          </p:cNvPicPr>
          <p:nvPr/>
        </p:nvPicPr>
        <p:blipFill rotWithShape="1">
          <a:blip r:embed="rId14"/>
          <a:srcRect l="26627" t="13273" r="22956" b="17920"/>
          <a:stretch>
            <a:fillRect/>
          </a:stretch>
        </p:blipFill>
        <p:spPr>
          <a:xfrm>
            <a:off x="1197726" y="6889506"/>
            <a:ext cx="1054095" cy="809220"/>
          </a:xfrm>
          <a:prstGeom prst="rect">
            <a:avLst/>
          </a:prstGeom>
        </p:spPr>
      </p:pic>
      <p:sp>
        <p:nvSpPr>
          <p:cNvPr id="291" name="TextBox 290"/>
          <p:cNvSpPr txBox="1"/>
          <p:nvPr/>
        </p:nvSpPr>
        <p:spPr>
          <a:xfrm>
            <a:off x="2969177" y="7679554"/>
            <a:ext cx="3863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AB7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298322" y="7684698"/>
            <a:ext cx="635110" cy="415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AB8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332375" y="7679554"/>
            <a:ext cx="3863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AB9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51809" y="6975454"/>
            <a:ext cx="617674" cy="550549"/>
          </a:xfrm>
          <a:prstGeom prst="rect">
            <a:avLst/>
          </a:prstGeom>
          <a:solidFill>
            <a:srgbClr val="C0C0C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Stores</a:t>
            </a:r>
          </a:p>
        </p:txBody>
      </p:sp>
      <p:sp>
        <p:nvSpPr>
          <p:cNvPr id="2" name="Freeform: Shape 12"/>
          <p:cNvSpPr/>
          <p:nvPr/>
        </p:nvSpPr>
        <p:spPr>
          <a:xfrm>
            <a:off x="2648387" y="3576964"/>
            <a:ext cx="648000" cy="796930"/>
          </a:xfrm>
          <a:custGeom>
            <a:avLst/>
            <a:gdLst>
              <a:gd name="connsiteX0" fmla="*/ 1485900 w 3057525"/>
              <a:gd name="connsiteY0" fmla="*/ 0 h 3562350"/>
              <a:gd name="connsiteX1" fmla="*/ 3057525 w 3057525"/>
              <a:gd name="connsiteY1" fmla="*/ 0 h 3562350"/>
              <a:gd name="connsiteX2" fmla="*/ 3057525 w 3057525"/>
              <a:gd name="connsiteY2" fmla="*/ 1457325 h 3562350"/>
              <a:gd name="connsiteX3" fmla="*/ 2800350 w 3057525"/>
              <a:gd name="connsiteY3" fmla="*/ 1457325 h 3562350"/>
              <a:gd name="connsiteX4" fmla="*/ 2800350 w 3057525"/>
              <a:gd name="connsiteY4" fmla="*/ 2352675 h 3562350"/>
              <a:gd name="connsiteX5" fmla="*/ 3028950 w 3057525"/>
              <a:gd name="connsiteY5" fmla="*/ 2352675 h 3562350"/>
              <a:gd name="connsiteX6" fmla="*/ 2209800 w 3057525"/>
              <a:gd name="connsiteY6" fmla="*/ 2352675 h 3562350"/>
              <a:gd name="connsiteX7" fmla="*/ 2209800 w 3057525"/>
              <a:gd name="connsiteY7" fmla="*/ 3562350 h 3562350"/>
              <a:gd name="connsiteX8" fmla="*/ 0 w 3057525"/>
              <a:gd name="connsiteY8" fmla="*/ 3562350 h 3562350"/>
              <a:gd name="connsiteX9" fmla="*/ 0 w 3057525"/>
              <a:gd name="connsiteY9" fmla="*/ 2409825 h 3562350"/>
              <a:gd name="connsiteX10" fmla="*/ 1457325 w 3057525"/>
              <a:gd name="connsiteY10" fmla="*/ 2409825 h 3562350"/>
              <a:gd name="connsiteX11" fmla="*/ 1485900 w 3057525"/>
              <a:gd name="connsiteY11" fmla="*/ 0 h 356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57525" h="3562350">
                <a:moveTo>
                  <a:pt x="1485900" y="0"/>
                </a:moveTo>
                <a:lnTo>
                  <a:pt x="3057525" y="0"/>
                </a:lnTo>
                <a:lnTo>
                  <a:pt x="3057525" y="1457325"/>
                </a:lnTo>
                <a:lnTo>
                  <a:pt x="2800350" y="1457325"/>
                </a:lnTo>
                <a:lnTo>
                  <a:pt x="2800350" y="2352675"/>
                </a:lnTo>
                <a:lnTo>
                  <a:pt x="3028950" y="2352675"/>
                </a:lnTo>
                <a:lnTo>
                  <a:pt x="2209800" y="2352675"/>
                </a:lnTo>
                <a:lnTo>
                  <a:pt x="2209800" y="3562350"/>
                </a:lnTo>
                <a:lnTo>
                  <a:pt x="0" y="3562350"/>
                </a:lnTo>
                <a:lnTo>
                  <a:pt x="0" y="2409825"/>
                </a:lnTo>
                <a:lnTo>
                  <a:pt x="1457325" y="2409825"/>
                </a:lnTo>
                <a:lnTo>
                  <a:pt x="1485900" y="0"/>
                </a:lnTo>
                <a:close/>
              </a:path>
            </a:pathLst>
          </a:cu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        </a:t>
            </a:r>
          </a:p>
          <a:p>
            <a:pPr algn="ctr"/>
            <a:r>
              <a:rPr lang="en-US" sz="1100" dirty="0"/>
              <a:t>        AA</a:t>
            </a:r>
          </a:p>
          <a:p>
            <a:pPr algn="ctr"/>
            <a:endParaRPr lang="en-US" sz="1100" dirty="0"/>
          </a:p>
          <a:p>
            <a:pPr algn="ctr"/>
            <a:r>
              <a:rPr lang="en-US" sz="1100" dirty="0"/>
              <a:t>CDS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0" y="7280275"/>
            <a:ext cx="195815" cy="2444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107</a:t>
            </a:r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2993961" y="7280275"/>
            <a:ext cx="195815" cy="2444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105</a:t>
            </a:r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2775687" y="7280275"/>
            <a:ext cx="195815" cy="2444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106</a:t>
            </a:r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3503413" y="7280275"/>
            <a:ext cx="195815" cy="2444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103</a:t>
            </a:r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3285139" y="7280275"/>
            <a:ext cx="195815" cy="2444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104</a:t>
            </a:r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3804869" y="7280275"/>
            <a:ext cx="195815" cy="2444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102</a:t>
            </a:r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139" name="Rectangle 138"/>
          <p:cNvSpPr/>
          <p:nvPr/>
        </p:nvSpPr>
        <p:spPr>
          <a:xfrm rot="16200000">
            <a:off x="3829554" y="6971114"/>
            <a:ext cx="195815" cy="2444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101</a:t>
            </a:r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141" name="Rectangle 140"/>
          <p:cNvSpPr/>
          <p:nvPr/>
        </p:nvSpPr>
        <p:spPr>
          <a:xfrm rot="16200000">
            <a:off x="3824437" y="6348552"/>
            <a:ext cx="195815" cy="2444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110</a:t>
            </a:r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142" name="Rectangle 141"/>
          <p:cNvSpPr/>
          <p:nvPr/>
        </p:nvSpPr>
        <p:spPr>
          <a:xfrm rot="18900000">
            <a:off x="2769509" y="6692540"/>
            <a:ext cx="308600" cy="3824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108</a:t>
            </a:r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143" name="Rectangle 142"/>
          <p:cNvSpPr/>
          <p:nvPr/>
        </p:nvSpPr>
        <p:spPr>
          <a:xfrm rot="18900000">
            <a:off x="3117708" y="6343289"/>
            <a:ext cx="308600" cy="3824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109</a:t>
            </a:r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10988084" y="6667173"/>
            <a:ext cx="189657" cy="317308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117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984783" y="6780006"/>
            <a:ext cx="189657" cy="317308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121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9974274" y="6080564"/>
            <a:ext cx="2404688" cy="1069250"/>
          </a:xfrm>
          <a:prstGeom prst="rect">
            <a:avLst/>
          </a:prstGeom>
          <a:solidFill>
            <a:srgbClr val="C0C0C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CIF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464967" y="6783179"/>
            <a:ext cx="268205" cy="298910"/>
          </a:xfrm>
          <a:prstGeom prst="rect">
            <a:avLst/>
          </a:prstGeom>
          <a:solidFill>
            <a:srgbClr val="FF00FF">
              <a:alpha val="9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ME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820231" y="5309488"/>
            <a:ext cx="823509" cy="345662"/>
          </a:xfrm>
          <a:prstGeom prst="rect">
            <a:avLst/>
          </a:prstGeom>
          <a:solidFill>
            <a:srgbClr val="D70040">
              <a:alpha val="9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CL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6" name="Freeform: Shape 5"/>
          <p:cNvSpPr/>
          <p:nvPr/>
        </p:nvSpPr>
        <p:spPr>
          <a:xfrm>
            <a:off x="2698399" y="1806444"/>
            <a:ext cx="7696328" cy="2886391"/>
          </a:xfrm>
          <a:custGeom>
            <a:avLst/>
            <a:gdLst>
              <a:gd name="connsiteX0" fmla="*/ 7497233 w 7607300"/>
              <a:gd name="connsiteY0" fmla="*/ 2099734 h 2921000"/>
              <a:gd name="connsiteX1" fmla="*/ 7234766 w 7607300"/>
              <a:gd name="connsiteY1" fmla="*/ 2099734 h 2921000"/>
              <a:gd name="connsiteX2" fmla="*/ 7234766 w 7607300"/>
              <a:gd name="connsiteY2" fmla="*/ 2921000 h 2921000"/>
              <a:gd name="connsiteX3" fmla="*/ 5748866 w 7607300"/>
              <a:gd name="connsiteY3" fmla="*/ 2921000 h 2921000"/>
              <a:gd name="connsiteX4" fmla="*/ 5748866 w 7607300"/>
              <a:gd name="connsiteY4" fmla="*/ 2260600 h 2921000"/>
              <a:gd name="connsiteX5" fmla="*/ 2518833 w 7607300"/>
              <a:gd name="connsiteY5" fmla="*/ 2260600 h 2921000"/>
              <a:gd name="connsiteX6" fmla="*/ 2518833 w 7607300"/>
              <a:gd name="connsiteY6" fmla="*/ 1706034 h 2921000"/>
              <a:gd name="connsiteX7" fmla="*/ 0 w 7607300"/>
              <a:gd name="connsiteY7" fmla="*/ 1706034 h 2921000"/>
              <a:gd name="connsiteX8" fmla="*/ 0 w 7607300"/>
              <a:gd name="connsiteY8" fmla="*/ 0 h 2921000"/>
              <a:gd name="connsiteX9" fmla="*/ 7607300 w 7607300"/>
              <a:gd name="connsiteY9" fmla="*/ 0 h 2921000"/>
              <a:gd name="connsiteX10" fmla="*/ 7607300 w 7607300"/>
              <a:gd name="connsiteY10" fmla="*/ 2103967 h 2921000"/>
              <a:gd name="connsiteX11" fmla="*/ 7497233 w 7607300"/>
              <a:gd name="connsiteY11" fmla="*/ 2099734 h 292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607300" h="2921000">
                <a:moveTo>
                  <a:pt x="7497233" y="2099734"/>
                </a:moveTo>
                <a:lnTo>
                  <a:pt x="7234766" y="2099734"/>
                </a:lnTo>
                <a:lnTo>
                  <a:pt x="7234766" y="2921000"/>
                </a:lnTo>
                <a:lnTo>
                  <a:pt x="5748866" y="2921000"/>
                </a:lnTo>
                <a:lnTo>
                  <a:pt x="5748866" y="2260600"/>
                </a:lnTo>
                <a:lnTo>
                  <a:pt x="2518833" y="2260600"/>
                </a:lnTo>
                <a:lnTo>
                  <a:pt x="2518833" y="1706034"/>
                </a:lnTo>
                <a:lnTo>
                  <a:pt x="0" y="1706034"/>
                </a:lnTo>
                <a:lnTo>
                  <a:pt x="0" y="0"/>
                </a:lnTo>
                <a:lnTo>
                  <a:pt x="7607300" y="0"/>
                </a:lnTo>
                <a:lnTo>
                  <a:pt x="7607300" y="2103967"/>
                </a:lnTo>
                <a:lnTo>
                  <a:pt x="7497233" y="209973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Academic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Freeform: Shape 7"/>
          <p:cNvSpPr/>
          <p:nvPr/>
        </p:nvSpPr>
        <p:spPr>
          <a:xfrm>
            <a:off x="4834011" y="4318984"/>
            <a:ext cx="811213" cy="600075"/>
          </a:xfrm>
          <a:custGeom>
            <a:avLst/>
            <a:gdLst>
              <a:gd name="connsiteX0" fmla="*/ 52388 w 811213"/>
              <a:gd name="connsiteY0" fmla="*/ 596900 h 600075"/>
              <a:gd name="connsiteX1" fmla="*/ 52388 w 811213"/>
              <a:gd name="connsiteY1" fmla="*/ 336550 h 600075"/>
              <a:gd name="connsiteX2" fmla="*/ 0 w 811213"/>
              <a:gd name="connsiteY2" fmla="*/ 336550 h 600075"/>
              <a:gd name="connsiteX3" fmla="*/ 0 w 811213"/>
              <a:gd name="connsiteY3" fmla="*/ 0 h 600075"/>
              <a:gd name="connsiteX4" fmla="*/ 811213 w 811213"/>
              <a:gd name="connsiteY4" fmla="*/ 0 h 600075"/>
              <a:gd name="connsiteX5" fmla="*/ 811213 w 811213"/>
              <a:gd name="connsiteY5" fmla="*/ 233362 h 600075"/>
              <a:gd name="connsiteX6" fmla="*/ 598488 w 811213"/>
              <a:gd name="connsiteY6" fmla="*/ 233362 h 600075"/>
              <a:gd name="connsiteX7" fmla="*/ 598488 w 811213"/>
              <a:gd name="connsiteY7" fmla="*/ 338137 h 600075"/>
              <a:gd name="connsiteX8" fmla="*/ 549275 w 811213"/>
              <a:gd name="connsiteY8" fmla="*/ 338137 h 600075"/>
              <a:gd name="connsiteX9" fmla="*/ 549275 w 811213"/>
              <a:gd name="connsiteY9" fmla="*/ 600075 h 600075"/>
              <a:gd name="connsiteX10" fmla="*/ 52388 w 811213"/>
              <a:gd name="connsiteY10" fmla="*/ 596900 h 60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11213" h="600075">
                <a:moveTo>
                  <a:pt x="52388" y="596900"/>
                </a:moveTo>
                <a:lnTo>
                  <a:pt x="52388" y="336550"/>
                </a:lnTo>
                <a:lnTo>
                  <a:pt x="0" y="336550"/>
                </a:lnTo>
                <a:lnTo>
                  <a:pt x="0" y="0"/>
                </a:lnTo>
                <a:lnTo>
                  <a:pt x="811213" y="0"/>
                </a:lnTo>
                <a:lnTo>
                  <a:pt x="811213" y="233362"/>
                </a:lnTo>
                <a:lnTo>
                  <a:pt x="598488" y="233362"/>
                </a:lnTo>
                <a:lnTo>
                  <a:pt x="598488" y="338137"/>
                </a:lnTo>
                <a:lnTo>
                  <a:pt x="549275" y="338137"/>
                </a:lnTo>
                <a:lnTo>
                  <a:pt x="549275" y="600075"/>
                </a:lnTo>
                <a:lnTo>
                  <a:pt x="52388" y="596900"/>
                </a:lnTo>
                <a:close/>
              </a:path>
            </a:pathLst>
          </a:custGeom>
          <a:solidFill>
            <a:srgbClr val="C0C0C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Room</a:t>
            </a:r>
          </a:p>
        </p:txBody>
      </p:sp>
      <p:sp>
        <p:nvSpPr>
          <p:cNvPr id="9" name="Freeform: Shape 8"/>
          <p:cNvSpPr/>
          <p:nvPr/>
        </p:nvSpPr>
        <p:spPr>
          <a:xfrm>
            <a:off x="2646363" y="3559175"/>
            <a:ext cx="1755775" cy="833438"/>
          </a:xfrm>
          <a:custGeom>
            <a:avLst/>
            <a:gdLst>
              <a:gd name="connsiteX0" fmla="*/ 314325 w 1755775"/>
              <a:gd name="connsiteY0" fmla="*/ 9525 h 833438"/>
              <a:gd name="connsiteX1" fmla="*/ 314325 w 1755775"/>
              <a:gd name="connsiteY1" fmla="*/ 550863 h 833438"/>
              <a:gd name="connsiteX2" fmla="*/ 0 w 1755775"/>
              <a:gd name="connsiteY2" fmla="*/ 550863 h 833438"/>
              <a:gd name="connsiteX3" fmla="*/ 0 w 1755775"/>
              <a:gd name="connsiteY3" fmla="*/ 808038 h 833438"/>
              <a:gd name="connsiteX4" fmla="*/ 1754187 w 1755775"/>
              <a:gd name="connsiteY4" fmla="*/ 808038 h 833438"/>
              <a:gd name="connsiteX5" fmla="*/ 1755775 w 1755775"/>
              <a:gd name="connsiteY5" fmla="*/ 833438 h 833438"/>
              <a:gd name="connsiteX6" fmla="*/ 1755775 w 1755775"/>
              <a:gd name="connsiteY6" fmla="*/ 0 h 833438"/>
              <a:gd name="connsiteX7" fmla="*/ 314325 w 1755775"/>
              <a:gd name="connsiteY7" fmla="*/ 9525 h 833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5775" h="833438">
                <a:moveTo>
                  <a:pt x="314325" y="9525"/>
                </a:moveTo>
                <a:lnTo>
                  <a:pt x="314325" y="550863"/>
                </a:lnTo>
                <a:lnTo>
                  <a:pt x="0" y="550863"/>
                </a:lnTo>
                <a:lnTo>
                  <a:pt x="0" y="808038"/>
                </a:lnTo>
                <a:lnTo>
                  <a:pt x="1754187" y="808038"/>
                </a:lnTo>
                <a:cubicBezTo>
                  <a:pt x="1754716" y="816505"/>
                  <a:pt x="1755775" y="833438"/>
                  <a:pt x="1755775" y="833438"/>
                </a:cubicBezTo>
                <a:lnTo>
                  <a:pt x="1755775" y="0"/>
                </a:lnTo>
                <a:lnTo>
                  <a:pt x="314325" y="9525"/>
                </a:lnTo>
                <a:close/>
              </a:path>
            </a:pathLst>
          </a:custGeom>
          <a:solidFill>
            <a:srgbClr val="9966CC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Admin</a:t>
            </a:r>
            <a:endParaRPr lang="en-IN" dirty="0"/>
          </a:p>
        </p:txBody>
      </p:sp>
      <p:sp>
        <p:nvSpPr>
          <p:cNvPr id="240" name="Rectangle 239"/>
          <p:cNvSpPr/>
          <p:nvPr/>
        </p:nvSpPr>
        <p:spPr>
          <a:xfrm>
            <a:off x="5654942" y="5312584"/>
            <a:ext cx="264646" cy="342566"/>
          </a:xfrm>
          <a:prstGeom prst="rect">
            <a:avLst/>
          </a:prstGeom>
          <a:solidFill>
            <a:srgbClr val="ED9121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CE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5930691" y="4931224"/>
            <a:ext cx="307473" cy="282546"/>
          </a:xfrm>
          <a:prstGeom prst="rect">
            <a:avLst/>
          </a:prstGeom>
          <a:solidFill>
            <a:srgbClr val="C0C0C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IMS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149" name="Shape 161"/>
          <p:cNvSpPr txBox="1"/>
          <p:nvPr/>
        </p:nvSpPr>
        <p:spPr>
          <a:xfrm>
            <a:off x="1784598" y="4658597"/>
            <a:ext cx="370585" cy="17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indent="0">
              <a:buClr>
                <a:schemeClr val="dk1"/>
              </a:buClr>
              <a:buSzPts val="1400"/>
              <a:defRPr sz="14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indent="0">
              <a:defRPr sz="1100"/>
            </a:lvl2pPr>
            <a:lvl3pPr indent="0">
              <a:defRPr sz="1100"/>
            </a:lvl3pPr>
            <a:lvl4pPr indent="0">
              <a:defRPr sz="1100"/>
            </a:lvl4pPr>
            <a:lvl5pPr indent="0">
              <a:defRPr sz="1100"/>
            </a:lvl5pPr>
            <a:lvl6pPr indent="0">
              <a:defRPr sz="1100"/>
            </a:lvl6pPr>
            <a:lvl7pPr indent="0">
              <a:defRPr sz="1100"/>
            </a:lvl7pPr>
            <a:lvl8pPr indent="0">
              <a:defRPr sz="1100"/>
            </a:lvl8pPr>
            <a:lvl9pPr indent="0">
              <a:defRPr sz="1100"/>
            </a:lvl9pPr>
          </a:lstStyle>
          <a:p>
            <a:r>
              <a:rPr lang="en-US" sz="800" dirty="0">
                <a:sym typeface="Calibri"/>
              </a:rPr>
              <a:t>4-112</a:t>
            </a:r>
            <a:endParaRPr sz="800" dirty="0"/>
          </a:p>
        </p:txBody>
      </p:sp>
      <p:sp>
        <p:nvSpPr>
          <p:cNvPr id="150" name="Shape 161"/>
          <p:cNvSpPr txBox="1"/>
          <p:nvPr/>
        </p:nvSpPr>
        <p:spPr>
          <a:xfrm>
            <a:off x="2053362" y="5035666"/>
            <a:ext cx="370585" cy="17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indent="0">
              <a:buClr>
                <a:schemeClr val="dk1"/>
              </a:buClr>
              <a:buSzPts val="1400"/>
              <a:defRPr sz="14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indent="0">
              <a:defRPr sz="1100"/>
            </a:lvl2pPr>
            <a:lvl3pPr indent="0">
              <a:defRPr sz="1100"/>
            </a:lvl3pPr>
            <a:lvl4pPr indent="0">
              <a:defRPr sz="1100"/>
            </a:lvl4pPr>
            <a:lvl5pPr indent="0">
              <a:defRPr sz="1100"/>
            </a:lvl5pPr>
            <a:lvl6pPr indent="0">
              <a:defRPr sz="1100"/>
            </a:lvl6pPr>
            <a:lvl7pPr indent="0">
              <a:defRPr sz="1100"/>
            </a:lvl7pPr>
            <a:lvl8pPr indent="0">
              <a:defRPr sz="1100"/>
            </a:lvl8pPr>
            <a:lvl9pPr indent="0">
              <a:defRPr sz="1100"/>
            </a:lvl9pPr>
          </a:lstStyle>
          <a:p>
            <a:r>
              <a:rPr lang="en-US" sz="800" dirty="0">
                <a:sym typeface="Calibri"/>
              </a:rPr>
              <a:t>4-108B</a:t>
            </a:r>
            <a:endParaRPr sz="800" dirty="0"/>
          </a:p>
        </p:txBody>
      </p:sp>
      <p:sp>
        <p:nvSpPr>
          <p:cNvPr id="12" name="Freeform: Shape 11"/>
          <p:cNvSpPr/>
          <p:nvPr/>
        </p:nvSpPr>
        <p:spPr>
          <a:xfrm>
            <a:off x="4852988" y="6489700"/>
            <a:ext cx="1857375" cy="1027113"/>
          </a:xfrm>
          <a:custGeom>
            <a:avLst/>
            <a:gdLst>
              <a:gd name="connsiteX0" fmla="*/ 292100 w 1857375"/>
              <a:gd name="connsiteY0" fmla="*/ 274638 h 1027113"/>
              <a:gd name="connsiteX1" fmla="*/ 0 w 1857375"/>
              <a:gd name="connsiteY1" fmla="*/ 274638 h 1027113"/>
              <a:gd name="connsiteX2" fmla="*/ 0 w 1857375"/>
              <a:gd name="connsiteY2" fmla="*/ 1027113 h 1027113"/>
              <a:gd name="connsiteX3" fmla="*/ 1857375 w 1857375"/>
              <a:gd name="connsiteY3" fmla="*/ 1027113 h 1027113"/>
              <a:gd name="connsiteX4" fmla="*/ 1857375 w 1857375"/>
              <a:gd name="connsiteY4" fmla="*/ 0 h 1027113"/>
              <a:gd name="connsiteX5" fmla="*/ 1587500 w 1857375"/>
              <a:gd name="connsiteY5" fmla="*/ 269875 h 1027113"/>
              <a:gd name="connsiteX6" fmla="*/ 892175 w 1857375"/>
              <a:gd name="connsiteY6" fmla="*/ 269875 h 1027113"/>
              <a:gd name="connsiteX7" fmla="*/ 892175 w 1857375"/>
              <a:gd name="connsiteY7" fmla="*/ 603250 h 1027113"/>
              <a:gd name="connsiteX8" fmla="*/ 441325 w 1857375"/>
              <a:gd name="connsiteY8" fmla="*/ 603250 h 1027113"/>
              <a:gd name="connsiteX9" fmla="*/ 441325 w 1857375"/>
              <a:gd name="connsiteY9" fmla="*/ 269875 h 1027113"/>
              <a:gd name="connsiteX10" fmla="*/ 292100 w 1857375"/>
              <a:gd name="connsiteY10" fmla="*/ 274638 h 1027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57375" h="1027113">
                <a:moveTo>
                  <a:pt x="292100" y="274638"/>
                </a:moveTo>
                <a:lnTo>
                  <a:pt x="0" y="274638"/>
                </a:lnTo>
                <a:lnTo>
                  <a:pt x="0" y="1027113"/>
                </a:lnTo>
                <a:lnTo>
                  <a:pt x="1857375" y="1027113"/>
                </a:lnTo>
                <a:lnTo>
                  <a:pt x="1857375" y="0"/>
                </a:lnTo>
                <a:lnTo>
                  <a:pt x="1587500" y="269875"/>
                </a:lnTo>
                <a:lnTo>
                  <a:pt x="892175" y="269875"/>
                </a:lnTo>
                <a:lnTo>
                  <a:pt x="892175" y="603250"/>
                </a:lnTo>
                <a:lnTo>
                  <a:pt x="441325" y="603250"/>
                </a:lnTo>
                <a:lnTo>
                  <a:pt x="441325" y="269875"/>
                </a:lnTo>
                <a:lnTo>
                  <a:pt x="292100" y="27463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UG Teaching Labs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3" name="Freeform: Shape 12"/>
          <p:cNvSpPr/>
          <p:nvPr/>
        </p:nvSpPr>
        <p:spPr>
          <a:xfrm>
            <a:off x="2459711" y="5581831"/>
            <a:ext cx="1583121" cy="1949270"/>
          </a:xfrm>
          <a:custGeom>
            <a:avLst/>
            <a:gdLst>
              <a:gd name="connsiteX0" fmla="*/ 118534 w 1574800"/>
              <a:gd name="connsiteY0" fmla="*/ 1888067 h 1888067"/>
              <a:gd name="connsiteX1" fmla="*/ 1574800 w 1574800"/>
              <a:gd name="connsiteY1" fmla="*/ 1888067 h 1888067"/>
              <a:gd name="connsiteX2" fmla="*/ 1574800 w 1574800"/>
              <a:gd name="connsiteY2" fmla="*/ 148167 h 1888067"/>
              <a:gd name="connsiteX3" fmla="*/ 1477434 w 1574800"/>
              <a:gd name="connsiteY3" fmla="*/ 50801 h 1888067"/>
              <a:gd name="connsiteX4" fmla="*/ 1439334 w 1574800"/>
              <a:gd name="connsiteY4" fmla="*/ 12701 h 1888067"/>
              <a:gd name="connsiteX5" fmla="*/ 1426633 w 1574800"/>
              <a:gd name="connsiteY5" fmla="*/ 0 h 1888067"/>
              <a:gd name="connsiteX6" fmla="*/ 0 w 1574800"/>
              <a:gd name="connsiteY6" fmla="*/ 1426633 h 1888067"/>
              <a:gd name="connsiteX7" fmla="*/ 0 w 1574800"/>
              <a:gd name="connsiteY7" fmla="*/ 1888067 h 1888067"/>
              <a:gd name="connsiteX8" fmla="*/ 118534 w 1574800"/>
              <a:gd name="connsiteY8" fmla="*/ 1888067 h 1888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4800" h="1888067">
                <a:moveTo>
                  <a:pt x="118534" y="1888067"/>
                </a:moveTo>
                <a:lnTo>
                  <a:pt x="1574800" y="1888067"/>
                </a:lnTo>
                <a:lnTo>
                  <a:pt x="1574800" y="148167"/>
                </a:lnTo>
                <a:lnTo>
                  <a:pt x="1477434" y="50801"/>
                </a:lnTo>
                <a:lnTo>
                  <a:pt x="1439334" y="12701"/>
                </a:lnTo>
                <a:lnTo>
                  <a:pt x="1426633" y="0"/>
                </a:lnTo>
                <a:lnTo>
                  <a:pt x="0" y="1426633"/>
                </a:lnTo>
                <a:lnTo>
                  <a:pt x="0" y="1888067"/>
                </a:lnTo>
                <a:lnTo>
                  <a:pt x="118534" y="1888067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Academic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3" name="Freeform: Shape 2"/>
          <p:cNvSpPr/>
          <p:nvPr/>
        </p:nvSpPr>
        <p:spPr>
          <a:xfrm>
            <a:off x="10041467" y="3894667"/>
            <a:ext cx="791633" cy="719666"/>
          </a:xfrm>
          <a:custGeom>
            <a:avLst/>
            <a:gdLst>
              <a:gd name="connsiteX0" fmla="*/ 448733 w 791633"/>
              <a:gd name="connsiteY0" fmla="*/ 2116 h 719666"/>
              <a:gd name="connsiteX1" fmla="*/ 0 w 791633"/>
              <a:gd name="connsiteY1" fmla="*/ 2116 h 719666"/>
              <a:gd name="connsiteX2" fmla="*/ 0 w 791633"/>
              <a:gd name="connsiteY2" fmla="*/ 719666 h 719666"/>
              <a:gd name="connsiteX3" fmla="*/ 791633 w 791633"/>
              <a:gd name="connsiteY3" fmla="*/ 719666 h 719666"/>
              <a:gd name="connsiteX4" fmla="*/ 791633 w 791633"/>
              <a:gd name="connsiteY4" fmla="*/ 404283 h 719666"/>
              <a:gd name="connsiteX5" fmla="*/ 592666 w 791633"/>
              <a:gd name="connsiteY5" fmla="*/ 404283 h 719666"/>
              <a:gd name="connsiteX6" fmla="*/ 592666 w 791633"/>
              <a:gd name="connsiteY6" fmla="*/ 0 h 719666"/>
              <a:gd name="connsiteX7" fmla="*/ 448733 w 791633"/>
              <a:gd name="connsiteY7" fmla="*/ 2116 h 71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1633" h="719666">
                <a:moveTo>
                  <a:pt x="448733" y="2116"/>
                </a:moveTo>
                <a:lnTo>
                  <a:pt x="0" y="2116"/>
                </a:lnTo>
                <a:lnTo>
                  <a:pt x="0" y="719666"/>
                </a:lnTo>
                <a:lnTo>
                  <a:pt x="791633" y="719666"/>
                </a:lnTo>
                <a:lnTo>
                  <a:pt x="791633" y="404283"/>
                </a:lnTo>
                <a:lnTo>
                  <a:pt x="592666" y="404283"/>
                </a:lnTo>
                <a:lnTo>
                  <a:pt x="592666" y="0"/>
                </a:lnTo>
                <a:lnTo>
                  <a:pt x="448733" y="2116"/>
                </a:lnTo>
                <a:close/>
              </a:path>
            </a:pathLst>
          </a:custGeom>
          <a:solidFill>
            <a:srgbClr val="3EB489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MSE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Picture 174"/>
          <p:cNvPicPr>
            <a:picLocks noChangeAspect="1"/>
          </p:cNvPicPr>
          <p:nvPr/>
        </p:nvPicPr>
        <p:blipFill rotWithShape="1">
          <a:blip r:embed="rId2"/>
          <a:srcRect l="25596" t="13273" r="22110" b="25504"/>
          <a:stretch>
            <a:fillRect/>
          </a:stretch>
        </p:blipFill>
        <p:spPr>
          <a:xfrm>
            <a:off x="1130216" y="6916318"/>
            <a:ext cx="1072558" cy="706336"/>
          </a:xfrm>
          <a:prstGeom prst="rect">
            <a:avLst/>
          </a:prstGeom>
        </p:spPr>
      </p:pic>
      <p:pic>
        <p:nvPicPr>
          <p:cNvPr id="151" name="Picture 150"/>
          <p:cNvPicPr>
            <a:picLocks noChangeAspect="1"/>
          </p:cNvPicPr>
          <p:nvPr/>
        </p:nvPicPr>
        <p:blipFill rotWithShape="1">
          <a:blip r:embed="rId3"/>
          <a:srcRect l="20710" t="17003" r="40482" b="12538"/>
          <a:stretch>
            <a:fillRect/>
          </a:stretch>
        </p:blipFill>
        <p:spPr>
          <a:xfrm>
            <a:off x="2120209" y="5495324"/>
            <a:ext cx="2065811" cy="2109764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088530" y="556533"/>
            <a:ext cx="23655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200" dirty="0"/>
              <a:t>First Floor</a:t>
            </a:r>
          </a:p>
        </p:txBody>
      </p:sp>
      <p:pic>
        <p:nvPicPr>
          <p:cNvPr id="162" name="Picture 161"/>
          <p:cNvPicPr>
            <a:picLocks noChangeAspect="1"/>
          </p:cNvPicPr>
          <p:nvPr/>
        </p:nvPicPr>
        <p:blipFill rotWithShape="1">
          <a:blip r:embed="rId4"/>
          <a:srcRect l="19375" t="27792" r="36015" b="26519"/>
          <a:stretch>
            <a:fillRect/>
          </a:stretch>
        </p:blipFill>
        <p:spPr>
          <a:xfrm>
            <a:off x="4227342" y="6046875"/>
            <a:ext cx="2610993" cy="1504205"/>
          </a:xfrm>
          <a:prstGeom prst="rect">
            <a:avLst/>
          </a:prstGeom>
          <a:solidFill>
            <a:srgbClr val="00B050">
              <a:alpha val="50000"/>
            </a:srgbClr>
          </a:solidFill>
        </p:spPr>
      </p:pic>
      <p:pic>
        <p:nvPicPr>
          <p:cNvPr id="161" name="Picture 160"/>
          <p:cNvPicPr>
            <a:picLocks noChangeAspect="1"/>
          </p:cNvPicPr>
          <p:nvPr/>
        </p:nvPicPr>
        <p:blipFill rotWithShape="1">
          <a:blip r:embed="rId5"/>
          <a:srcRect l="17187" t="25000" r="36979" b="15408"/>
          <a:stretch>
            <a:fillRect/>
          </a:stretch>
        </p:blipFill>
        <p:spPr>
          <a:xfrm>
            <a:off x="4174068" y="4117206"/>
            <a:ext cx="2625285" cy="1919986"/>
          </a:xfrm>
          <a:prstGeom prst="rect">
            <a:avLst/>
          </a:prstGeom>
          <a:solidFill>
            <a:srgbClr val="00B050">
              <a:alpha val="50000"/>
            </a:srgbClr>
          </a:solidFill>
        </p:spPr>
      </p:pic>
      <p:pic>
        <p:nvPicPr>
          <p:cNvPr id="83" name="Picture 2"/>
          <p:cNvPicPr>
            <a:picLocks noChangeAspect="1" noChangeArrowheads="1"/>
          </p:cNvPicPr>
          <p:nvPr/>
        </p:nvPicPr>
        <p:blipFill>
          <a:blip r:embed="rId6"/>
          <a:srcRect l="3991" t="6935" r="8495" b="14714"/>
          <a:stretch>
            <a:fillRect/>
          </a:stretch>
        </p:blipFill>
        <p:spPr bwMode="auto">
          <a:xfrm>
            <a:off x="8438723" y="5731006"/>
            <a:ext cx="4229171" cy="1414235"/>
          </a:xfrm>
          <a:prstGeom prst="rect">
            <a:avLst/>
          </a:prstGeom>
          <a:solidFill>
            <a:srgbClr val="00B050">
              <a:alpha val="50000"/>
            </a:srgbClr>
          </a:solidFill>
        </p:spPr>
      </p:pic>
      <p:sp>
        <p:nvSpPr>
          <p:cNvPr id="84" name="Rectangle 83"/>
          <p:cNvSpPr/>
          <p:nvPr/>
        </p:nvSpPr>
        <p:spPr>
          <a:xfrm>
            <a:off x="9931159" y="6315340"/>
            <a:ext cx="187004" cy="312872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202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128953" y="6311744"/>
            <a:ext cx="187004" cy="312872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203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323150" y="6315340"/>
            <a:ext cx="187004" cy="312872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204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520942" y="6311744"/>
            <a:ext cx="187004" cy="312872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205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956087" y="6203856"/>
            <a:ext cx="187004" cy="312872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206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153880" y="6200260"/>
            <a:ext cx="187004" cy="312872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207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348076" y="6203855"/>
            <a:ext cx="187004" cy="312872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208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1545869" y="6200259"/>
            <a:ext cx="187004" cy="312872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209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952490" y="6610231"/>
            <a:ext cx="187004" cy="312872"/>
          </a:xfrm>
          <a:prstGeom prst="rect">
            <a:avLst/>
          </a:prstGeom>
          <a:solidFill>
            <a:srgbClr val="FFC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150284" y="6610231"/>
            <a:ext cx="187004" cy="312872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1344481" y="6610230"/>
            <a:ext cx="187004" cy="312872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542273" y="6610230"/>
            <a:ext cx="187004" cy="312872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1740066" y="6203855"/>
            <a:ext cx="187004" cy="312872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736470" y="6613826"/>
            <a:ext cx="187004" cy="312872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36145" y="6718118"/>
            <a:ext cx="187004" cy="312872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220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333939" y="6718118"/>
            <a:ext cx="187004" cy="312872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528136" y="6718117"/>
            <a:ext cx="187004" cy="312872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218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2326052" y="6712523"/>
            <a:ext cx="186005" cy="215375"/>
          </a:xfrm>
          <a:prstGeom prst="rect">
            <a:avLst/>
          </a:prstGeom>
          <a:solidFill>
            <a:srgbClr val="0066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2128459" y="6121143"/>
            <a:ext cx="187004" cy="312872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934757" y="6718810"/>
            <a:ext cx="187004" cy="312872"/>
          </a:xfrm>
          <a:prstGeom prst="rect">
            <a:avLst/>
          </a:prstGeom>
          <a:solidFill>
            <a:srgbClr val="FFC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221</a:t>
            </a:r>
          </a:p>
        </p:txBody>
      </p:sp>
      <p:pic>
        <p:nvPicPr>
          <p:cNvPr id="139" name="Picture 2"/>
          <p:cNvPicPr>
            <a:picLocks noChangeAspect="1" noChangeArrowheads="1"/>
          </p:cNvPicPr>
          <p:nvPr/>
        </p:nvPicPr>
        <p:blipFill rotWithShape="1">
          <a:blip r:embed="rId7"/>
          <a:srcRect l="5653" t="2413" r="23591"/>
          <a:stretch>
            <a:fillRect/>
          </a:stretch>
        </p:blipFill>
        <p:spPr bwMode="auto">
          <a:xfrm>
            <a:off x="8421037" y="1783309"/>
            <a:ext cx="2359133" cy="1993654"/>
          </a:xfrm>
          <a:prstGeom prst="rect">
            <a:avLst/>
          </a:prstGeom>
          <a:solidFill>
            <a:schemeClr val="bg1">
              <a:alpha val="70000"/>
            </a:schemeClr>
          </a:solidFill>
        </p:spPr>
      </p:pic>
      <p:sp>
        <p:nvSpPr>
          <p:cNvPr id="140" name="Rectangle 139"/>
          <p:cNvSpPr/>
          <p:nvPr/>
        </p:nvSpPr>
        <p:spPr>
          <a:xfrm>
            <a:off x="9684262" y="3268813"/>
            <a:ext cx="400905" cy="27925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150 CR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733969" y="3351599"/>
            <a:ext cx="400905" cy="272891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70 CR</a:t>
            </a:r>
          </a:p>
        </p:txBody>
      </p:sp>
      <p:sp>
        <p:nvSpPr>
          <p:cNvPr id="142" name="Freeform 9"/>
          <p:cNvSpPr/>
          <p:nvPr/>
        </p:nvSpPr>
        <p:spPr>
          <a:xfrm>
            <a:off x="9453667" y="1899018"/>
            <a:ext cx="656196" cy="402708"/>
          </a:xfrm>
          <a:custGeom>
            <a:avLst/>
            <a:gdLst>
              <a:gd name="connsiteX0" fmla="*/ 609600 w 2362200"/>
              <a:gd name="connsiteY0" fmla="*/ 1625600 h 1676400"/>
              <a:gd name="connsiteX1" fmla="*/ 1752600 w 2362200"/>
              <a:gd name="connsiteY1" fmla="*/ 1638300 h 1676400"/>
              <a:gd name="connsiteX2" fmla="*/ 2349500 w 2362200"/>
              <a:gd name="connsiteY2" fmla="*/ 1016000 h 1676400"/>
              <a:gd name="connsiteX3" fmla="*/ 2362200 w 2362200"/>
              <a:gd name="connsiteY3" fmla="*/ 12700 h 1676400"/>
              <a:gd name="connsiteX4" fmla="*/ 12700 w 2362200"/>
              <a:gd name="connsiteY4" fmla="*/ 0 h 1676400"/>
              <a:gd name="connsiteX5" fmla="*/ 0 w 2362200"/>
              <a:gd name="connsiteY5" fmla="*/ 1041400 h 1676400"/>
              <a:gd name="connsiteX6" fmla="*/ 596900 w 2362200"/>
              <a:gd name="connsiteY6" fmla="*/ 1676400 h 1676400"/>
              <a:gd name="connsiteX7" fmla="*/ 609600 w 2362200"/>
              <a:gd name="connsiteY7" fmla="*/ 1625600 h 167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62200" h="1676400">
                <a:moveTo>
                  <a:pt x="609600" y="1625600"/>
                </a:moveTo>
                <a:lnTo>
                  <a:pt x="1752600" y="1638300"/>
                </a:lnTo>
                <a:cubicBezTo>
                  <a:pt x="2358576" y="1045217"/>
                  <a:pt x="2349500" y="1332504"/>
                  <a:pt x="2349500" y="1016000"/>
                </a:cubicBezTo>
                <a:lnTo>
                  <a:pt x="2362200" y="12700"/>
                </a:lnTo>
                <a:lnTo>
                  <a:pt x="12700" y="0"/>
                </a:lnTo>
                <a:lnTo>
                  <a:pt x="0" y="1041400"/>
                </a:lnTo>
                <a:lnTo>
                  <a:pt x="596900" y="1676400"/>
                </a:lnTo>
                <a:lnTo>
                  <a:pt x="609600" y="162560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150 CR</a:t>
            </a:r>
          </a:p>
        </p:txBody>
      </p:sp>
      <p:sp>
        <p:nvSpPr>
          <p:cNvPr id="143" name="Freeform 10"/>
          <p:cNvSpPr/>
          <p:nvPr/>
        </p:nvSpPr>
        <p:spPr>
          <a:xfrm rot="5400000">
            <a:off x="10007596" y="2284051"/>
            <a:ext cx="546742" cy="476271"/>
          </a:xfrm>
          <a:custGeom>
            <a:avLst/>
            <a:gdLst>
              <a:gd name="connsiteX0" fmla="*/ 609600 w 2362200"/>
              <a:gd name="connsiteY0" fmla="*/ 1625600 h 1676400"/>
              <a:gd name="connsiteX1" fmla="*/ 1752600 w 2362200"/>
              <a:gd name="connsiteY1" fmla="*/ 1638300 h 1676400"/>
              <a:gd name="connsiteX2" fmla="*/ 2349500 w 2362200"/>
              <a:gd name="connsiteY2" fmla="*/ 1016000 h 1676400"/>
              <a:gd name="connsiteX3" fmla="*/ 2362200 w 2362200"/>
              <a:gd name="connsiteY3" fmla="*/ 12700 h 1676400"/>
              <a:gd name="connsiteX4" fmla="*/ 12700 w 2362200"/>
              <a:gd name="connsiteY4" fmla="*/ 0 h 1676400"/>
              <a:gd name="connsiteX5" fmla="*/ 0 w 2362200"/>
              <a:gd name="connsiteY5" fmla="*/ 1041400 h 1676400"/>
              <a:gd name="connsiteX6" fmla="*/ 596900 w 2362200"/>
              <a:gd name="connsiteY6" fmla="*/ 1676400 h 1676400"/>
              <a:gd name="connsiteX7" fmla="*/ 609600 w 2362200"/>
              <a:gd name="connsiteY7" fmla="*/ 1625600 h 167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62200" h="1676400">
                <a:moveTo>
                  <a:pt x="609600" y="1625600"/>
                </a:moveTo>
                <a:lnTo>
                  <a:pt x="1752600" y="1638300"/>
                </a:lnTo>
                <a:cubicBezTo>
                  <a:pt x="2358576" y="1045217"/>
                  <a:pt x="2349500" y="1332504"/>
                  <a:pt x="2349500" y="1016000"/>
                </a:cubicBezTo>
                <a:lnTo>
                  <a:pt x="2362200" y="12700"/>
                </a:lnTo>
                <a:lnTo>
                  <a:pt x="12700" y="0"/>
                </a:lnTo>
                <a:lnTo>
                  <a:pt x="0" y="1041400"/>
                </a:lnTo>
                <a:lnTo>
                  <a:pt x="596900" y="1676400"/>
                </a:lnTo>
                <a:lnTo>
                  <a:pt x="609600" y="162560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150 CR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510180" y="3351599"/>
            <a:ext cx="223789" cy="272891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17" name="Group 8"/>
          <p:cNvGrpSpPr/>
          <p:nvPr/>
        </p:nvGrpSpPr>
        <p:grpSpPr>
          <a:xfrm>
            <a:off x="8389008" y="3687708"/>
            <a:ext cx="2840177" cy="1551213"/>
            <a:chOff x="-1" y="1003300"/>
            <a:chExt cx="12801601" cy="6991826"/>
          </a:xfrm>
        </p:grpSpPr>
        <p:pic>
          <p:nvPicPr>
            <p:cNvPr id="137" name="Picture 2"/>
            <p:cNvPicPr>
              <a:picLocks noChangeAspect="1" noChangeArrowheads="1"/>
            </p:cNvPicPr>
            <p:nvPr/>
          </p:nvPicPr>
          <p:blipFill>
            <a:blip r:embed="rId8"/>
            <a:srcRect t="2313" r="7401" b="8185"/>
            <a:stretch>
              <a:fillRect/>
            </a:stretch>
          </p:blipFill>
          <p:spPr bwMode="auto">
            <a:xfrm>
              <a:off x="-1" y="1130301"/>
              <a:ext cx="12801601" cy="6864825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</p:spPr>
        </p:pic>
        <p:sp>
          <p:nvSpPr>
            <p:cNvPr id="138" name="Rectangle 137"/>
            <p:cNvSpPr/>
            <p:nvPr/>
          </p:nvSpPr>
          <p:spPr>
            <a:xfrm>
              <a:off x="12344400" y="1003300"/>
              <a:ext cx="444500" cy="977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8" name="Rectangle 117"/>
          <p:cNvSpPr/>
          <p:nvPr/>
        </p:nvSpPr>
        <p:spPr>
          <a:xfrm>
            <a:off x="9983790" y="3882561"/>
            <a:ext cx="188782" cy="312757"/>
          </a:xfrm>
          <a:prstGeom prst="rect">
            <a:avLst/>
          </a:prstGeom>
          <a:solidFill>
            <a:srgbClr val="37D13B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207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442805" y="3893396"/>
            <a:ext cx="191599" cy="242317"/>
          </a:xfrm>
          <a:prstGeom prst="rect">
            <a:avLst/>
          </a:prstGeom>
          <a:solidFill>
            <a:srgbClr val="2D1EEA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205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637222" y="3890578"/>
            <a:ext cx="191599" cy="242317"/>
          </a:xfrm>
          <a:prstGeom prst="rect">
            <a:avLst/>
          </a:prstGeom>
          <a:solidFill>
            <a:srgbClr val="2D1EEA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206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166677" y="4180794"/>
            <a:ext cx="191599" cy="242317"/>
          </a:xfrm>
          <a:prstGeom prst="rect">
            <a:avLst/>
          </a:prstGeom>
          <a:solidFill>
            <a:srgbClr val="2D1EEA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204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583425" y="4109246"/>
            <a:ext cx="188782" cy="301488"/>
          </a:xfrm>
          <a:prstGeom prst="rect">
            <a:avLst/>
          </a:prstGeom>
          <a:solidFill>
            <a:schemeClr val="bg1">
              <a:alpha val="49804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201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777842" y="4107536"/>
            <a:ext cx="188782" cy="301487"/>
          </a:xfrm>
          <a:prstGeom prst="rect">
            <a:avLst/>
          </a:prstGeom>
          <a:solidFill>
            <a:schemeClr val="bg1">
              <a:alpha val="49804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202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972259" y="4107536"/>
            <a:ext cx="188782" cy="301487"/>
          </a:xfrm>
          <a:prstGeom prst="rect">
            <a:avLst/>
          </a:prstGeom>
          <a:solidFill>
            <a:schemeClr val="bg1">
              <a:alpha val="49804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203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053970" y="4836866"/>
            <a:ext cx="188782" cy="301487"/>
          </a:xfrm>
          <a:prstGeom prst="rect">
            <a:avLst/>
          </a:prstGeom>
          <a:solidFill>
            <a:schemeClr val="bg1">
              <a:alpha val="49804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217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248387" y="4837303"/>
            <a:ext cx="188782" cy="301487"/>
          </a:xfrm>
          <a:prstGeom prst="rect">
            <a:avLst/>
          </a:prstGeom>
          <a:solidFill>
            <a:schemeClr val="bg1">
              <a:alpha val="49804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216</a:t>
            </a:r>
          </a:p>
        </p:txBody>
      </p:sp>
      <p:sp>
        <p:nvSpPr>
          <p:cNvPr id="133" name="Rectangle 132"/>
          <p:cNvSpPr/>
          <p:nvPr/>
        </p:nvSpPr>
        <p:spPr>
          <a:xfrm rot="16200000">
            <a:off x="8656684" y="4893655"/>
            <a:ext cx="188782" cy="301487"/>
          </a:xfrm>
          <a:prstGeom prst="rect">
            <a:avLst/>
          </a:prstGeom>
          <a:solidFill>
            <a:schemeClr val="bg1">
              <a:alpha val="49804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218</a:t>
            </a:r>
          </a:p>
        </p:txBody>
      </p:sp>
      <p:sp>
        <p:nvSpPr>
          <p:cNvPr id="134" name="Rectangle 133"/>
          <p:cNvSpPr/>
          <p:nvPr/>
        </p:nvSpPr>
        <p:spPr>
          <a:xfrm rot="16200000">
            <a:off x="8653867" y="4699239"/>
            <a:ext cx="188782" cy="301487"/>
          </a:xfrm>
          <a:prstGeom prst="rect">
            <a:avLst/>
          </a:prstGeom>
          <a:solidFill>
            <a:schemeClr val="bg1">
              <a:alpha val="49804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219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876981" y="4397753"/>
            <a:ext cx="191599" cy="202869"/>
          </a:xfrm>
          <a:prstGeom prst="rect">
            <a:avLst/>
          </a:prstGeom>
          <a:solidFill>
            <a:srgbClr val="0066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451257" y="4518911"/>
            <a:ext cx="138065" cy="163423"/>
          </a:xfrm>
          <a:prstGeom prst="rect">
            <a:avLst/>
          </a:prstGeom>
          <a:solidFill>
            <a:srgbClr val="CC0000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215</a:t>
            </a:r>
          </a:p>
        </p:txBody>
      </p:sp>
      <p:grpSp>
        <p:nvGrpSpPr>
          <p:cNvPr id="81" name="Group 80"/>
          <p:cNvGrpSpPr>
            <a:grpSpLocks noChangeAspect="1"/>
          </p:cNvGrpSpPr>
          <p:nvPr/>
        </p:nvGrpSpPr>
        <p:grpSpPr>
          <a:xfrm>
            <a:off x="9548405" y="4837635"/>
            <a:ext cx="2903857" cy="1242516"/>
            <a:chOff x="1" y="1569720"/>
            <a:chExt cx="12801600" cy="5477608"/>
          </a:xfrm>
        </p:grpSpPr>
        <p:pic>
          <p:nvPicPr>
            <p:cNvPr id="108" name="Picture 2"/>
            <p:cNvPicPr>
              <a:picLocks noChangeAspect="1" noChangeArrowheads="1"/>
            </p:cNvPicPr>
            <p:nvPr/>
          </p:nvPicPr>
          <p:blipFill>
            <a:blip r:embed="rId9"/>
            <a:srcRect l="2590" t="6312" r="7626" b="27599"/>
            <a:stretch>
              <a:fillRect/>
            </a:stretch>
          </p:blipFill>
          <p:spPr bwMode="auto">
            <a:xfrm>
              <a:off x="1" y="1569720"/>
              <a:ext cx="12801600" cy="5477608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</p:spPr>
        </p:pic>
        <p:sp>
          <p:nvSpPr>
            <p:cNvPr id="109" name="Rectangle 108"/>
            <p:cNvSpPr/>
            <p:nvPr/>
          </p:nvSpPr>
          <p:spPr>
            <a:xfrm>
              <a:off x="6469743" y="2469242"/>
              <a:ext cx="850900" cy="1409700"/>
            </a:xfrm>
            <a:prstGeom prst="rect">
              <a:avLst/>
            </a:prstGeom>
            <a:solidFill>
              <a:srgbClr val="37D13B">
                <a:alpha val="49804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600" dirty="0">
                  <a:solidFill>
                    <a:schemeClr val="tx1"/>
                  </a:solidFill>
                </a:rPr>
                <a:t>201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7362372" y="2458356"/>
              <a:ext cx="850900" cy="1409700"/>
            </a:xfrm>
            <a:prstGeom prst="rect">
              <a:avLst/>
            </a:prstGeom>
            <a:solidFill>
              <a:srgbClr val="37D13B">
                <a:alpha val="49804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600" dirty="0">
                  <a:solidFill>
                    <a:schemeClr val="tx1"/>
                  </a:solidFill>
                </a:rPr>
                <a:t>202</a:t>
              </a: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8276773" y="2458356"/>
              <a:ext cx="850900" cy="1409700"/>
            </a:xfrm>
            <a:prstGeom prst="rect">
              <a:avLst/>
            </a:prstGeom>
            <a:solidFill>
              <a:srgbClr val="37D13B">
                <a:alpha val="49804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600" dirty="0">
                  <a:solidFill>
                    <a:schemeClr val="tx1"/>
                  </a:solidFill>
                </a:rPr>
                <a:t>203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6458857" y="4319813"/>
              <a:ext cx="850900" cy="1409700"/>
            </a:xfrm>
            <a:prstGeom prst="rect">
              <a:avLst/>
            </a:prstGeom>
            <a:solidFill>
              <a:srgbClr val="37D13B">
                <a:alpha val="49804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600" dirty="0">
                  <a:solidFill>
                    <a:schemeClr val="tx1"/>
                  </a:solidFill>
                </a:rPr>
                <a:t>208</a:t>
              </a: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7373258" y="4317929"/>
              <a:ext cx="850900" cy="1409702"/>
            </a:xfrm>
            <a:prstGeom prst="rect">
              <a:avLst/>
            </a:prstGeom>
            <a:solidFill>
              <a:srgbClr val="37D13B">
                <a:alpha val="49804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600" dirty="0">
                  <a:solidFill>
                    <a:schemeClr val="tx1"/>
                  </a:solidFill>
                </a:rPr>
                <a:t>207</a:t>
              </a: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8276769" y="4328813"/>
              <a:ext cx="850900" cy="1409702"/>
            </a:xfrm>
            <a:prstGeom prst="rect">
              <a:avLst/>
            </a:prstGeom>
            <a:solidFill>
              <a:srgbClr val="37D13B">
                <a:alpha val="49804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600" dirty="0">
                  <a:solidFill>
                    <a:schemeClr val="tx1"/>
                  </a:solidFill>
                </a:rPr>
                <a:t>206</a:t>
              </a: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9158514" y="4319814"/>
              <a:ext cx="850900" cy="1409700"/>
            </a:xfrm>
            <a:prstGeom prst="rect">
              <a:avLst/>
            </a:prstGeom>
            <a:solidFill>
              <a:srgbClr val="37D13B">
                <a:alpha val="49804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600" dirty="0">
                  <a:solidFill>
                    <a:schemeClr val="tx1"/>
                  </a:solidFill>
                </a:rPr>
                <a:t>205</a:t>
              </a: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10033000" y="5030873"/>
              <a:ext cx="901699" cy="698498"/>
            </a:xfrm>
            <a:prstGeom prst="rect">
              <a:avLst/>
            </a:prstGeom>
            <a:solidFill>
              <a:srgbClr val="00FFFF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600" dirty="0">
                  <a:solidFill>
                    <a:schemeClr val="tx1"/>
                  </a:solidFill>
                </a:rPr>
                <a:t>204</a:t>
              </a:r>
            </a:p>
          </p:txBody>
        </p:sp>
      </p:grpSp>
      <p:sp>
        <p:nvSpPr>
          <p:cNvPr id="149" name="TextBox 148"/>
          <p:cNvSpPr txBox="1"/>
          <p:nvPr/>
        </p:nvSpPr>
        <p:spPr>
          <a:xfrm>
            <a:off x="7633635" y="2632506"/>
            <a:ext cx="77136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AB10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706467" y="4463801"/>
            <a:ext cx="50334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AB11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712413" y="6318459"/>
            <a:ext cx="50334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AB13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812387" y="1294617"/>
            <a:ext cx="635110" cy="415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082290" y="1294617"/>
            <a:ext cx="635110" cy="415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AB2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907116" y="4924880"/>
            <a:ext cx="3863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AB5</a:t>
            </a:r>
          </a:p>
        </p:txBody>
      </p:sp>
      <p:pic>
        <p:nvPicPr>
          <p:cNvPr id="159" name="Picture 158"/>
          <p:cNvPicPr>
            <a:picLocks noChangeAspect="1"/>
          </p:cNvPicPr>
          <p:nvPr/>
        </p:nvPicPr>
        <p:blipFill rotWithShape="1">
          <a:blip r:embed="rId10"/>
          <a:srcRect l="21764" t="48995" r="40022" b="21214"/>
          <a:stretch>
            <a:fillRect/>
          </a:stretch>
        </p:blipFill>
        <p:spPr>
          <a:xfrm>
            <a:off x="1903515" y="3427559"/>
            <a:ext cx="2488750" cy="1091351"/>
          </a:xfrm>
          <a:prstGeom prst="rect">
            <a:avLst/>
          </a:prstGeom>
          <a:solidFill>
            <a:srgbClr val="00B050">
              <a:alpha val="50000"/>
            </a:srgbClr>
          </a:solidFill>
        </p:spPr>
      </p:pic>
      <p:pic>
        <p:nvPicPr>
          <p:cNvPr id="148" name="Picture 147"/>
          <p:cNvPicPr>
            <a:picLocks noChangeAspect="1"/>
          </p:cNvPicPr>
          <p:nvPr/>
        </p:nvPicPr>
        <p:blipFill rotWithShape="1">
          <a:blip r:embed="rId11"/>
          <a:srcRect l="17083" t="23148" r="45417" b="14630"/>
          <a:stretch>
            <a:fillRect/>
          </a:stretch>
        </p:blipFill>
        <p:spPr>
          <a:xfrm>
            <a:off x="5223621" y="1736932"/>
            <a:ext cx="2352527" cy="2195695"/>
          </a:xfrm>
          <a:prstGeom prst="rect">
            <a:avLst/>
          </a:prstGeom>
          <a:solidFill>
            <a:srgbClr val="00B050">
              <a:alpha val="50000"/>
            </a:srgbClr>
          </a:solidFill>
        </p:spPr>
      </p:pic>
      <p:pic>
        <p:nvPicPr>
          <p:cNvPr id="145" name="Picture 144"/>
          <p:cNvPicPr>
            <a:picLocks noChangeAspect="1"/>
          </p:cNvPicPr>
          <p:nvPr/>
        </p:nvPicPr>
        <p:blipFill rotWithShape="1">
          <a:blip r:embed="rId12"/>
          <a:srcRect l="16876" t="35373" r="29375" b="20617"/>
          <a:stretch>
            <a:fillRect/>
          </a:stretch>
        </p:blipFill>
        <p:spPr>
          <a:xfrm>
            <a:off x="2742208" y="1696537"/>
            <a:ext cx="3123891" cy="1438790"/>
          </a:xfrm>
          <a:prstGeom prst="rect">
            <a:avLst/>
          </a:prstGeom>
          <a:solidFill>
            <a:srgbClr val="00B050">
              <a:alpha val="50000"/>
            </a:srgbClr>
          </a:solidFill>
        </p:spPr>
      </p:pic>
      <p:pic>
        <p:nvPicPr>
          <p:cNvPr id="160" name="Picture 159"/>
          <p:cNvPicPr>
            <a:picLocks noChangeAspect="1"/>
          </p:cNvPicPr>
          <p:nvPr/>
        </p:nvPicPr>
        <p:blipFill rotWithShape="1">
          <a:blip r:embed="rId13"/>
          <a:srcRect l="36331" t="27552" r="30313" b="27369"/>
          <a:stretch>
            <a:fillRect/>
          </a:stretch>
        </p:blipFill>
        <p:spPr>
          <a:xfrm>
            <a:off x="1186045" y="4423111"/>
            <a:ext cx="2147960" cy="1632832"/>
          </a:xfrm>
          <a:prstGeom prst="rect">
            <a:avLst/>
          </a:prstGeom>
          <a:solidFill>
            <a:srgbClr val="00B050">
              <a:alpha val="50000"/>
            </a:srgbClr>
          </a:solidFill>
        </p:spPr>
      </p:pic>
      <p:sp>
        <p:nvSpPr>
          <p:cNvPr id="7" name="Freeform: Shape 6"/>
          <p:cNvSpPr/>
          <p:nvPr/>
        </p:nvSpPr>
        <p:spPr>
          <a:xfrm>
            <a:off x="1196514" y="5690527"/>
            <a:ext cx="360835" cy="266115"/>
          </a:xfrm>
          <a:custGeom>
            <a:avLst/>
            <a:gdLst>
              <a:gd name="connsiteX0" fmla="*/ 4762 w 381000"/>
              <a:gd name="connsiteY0" fmla="*/ 280987 h 280987"/>
              <a:gd name="connsiteX1" fmla="*/ 192881 w 381000"/>
              <a:gd name="connsiteY1" fmla="*/ 280987 h 280987"/>
              <a:gd name="connsiteX2" fmla="*/ 192881 w 381000"/>
              <a:gd name="connsiteY2" fmla="*/ 161925 h 280987"/>
              <a:gd name="connsiteX3" fmla="*/ 381000 w 381000"/>
              <a:gd name="connsiteY3" fmla="*/ 161925 h 280987"/>
              <a:gd name="connsiteX4" fmla="*/ 381000 w 381000"/>
              <a:gd name="connsiteY4" fmla="*/ 0 h 280987"/>
              <a:gd name="connsiteX5" fmla="*/ 0 w 381000"/>
              <a:gd name="connsiteY5" fmla="*/ 0 h 280987"/>
              <a:gd name="connsiteX6" fmla="*/ 4762 w 381000"/>
              <a:gd name="connsiteY6" fmla="*/ 280987 h 280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1000" h="280987">
                <a:moveTo>
                  <a:pt x="4762" y="280987"/>
                </a:moveTo>
                <a:lnTo>
                  <a:pt x="192881" y="280987"/>
                </a:lnTo>
                <a:lnTo>
                  <a:pt x="192881" y="161925"/>
                </a:lnTo>
                <a:lnTo>
                  <a:pt x="381000" y="161925"/>
                </a:lnTo>
                <a:lnTo>
                  <a:pt x="381000" y="0"/>
                </a:lnTo>
                <a:lnTo>
                  <a:pt x="0" y="0"/>
                </a:lnTo>
                <a:cubicBezTo>
                  <a:pt x="1587" y="93662"/>
                  <a:pt x="3175" y="187325"/>
                  <a:pt x="4762" y="280987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209210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52444" y="5695037"/>
            <a:ext cx="163321" cy="250329"/>
          </a:xfrm>
          <a:prstGeom prst="rect">
            <a:avLst/>
          </a:prstGeom>
          <a:solidFill>
            <a:schemeClr val="accent6">
              <a:lumMod val="60000"/>
              <a:lumOff val="40000"/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206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1825999" y="5695037"/>
            <a:ext cx="169053" cy="250329"/>
          </a:xfrm>
          <a:prstGeom prst="rect">
            <a:avLst/>
          </a:prstGeom>
          <a:solidFill>
            <a:schemeClr val="accent6">
              <a:lumMod val="60000"/>
              <a:lumOff val="40000"/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205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2446485" y="5695290"/>
            <a:ext cx="165851" cy="258705"/>
          </a:xfrm>
          <a:prstGeom prst="rect">
            <a:avLst/>
          </a:prstGeom>
          <a:solidFill>
            <a:schemeClr val="accent6">
              <a:lumMod val="60000"/>
              <a:lumOff val="40000"/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201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1647558" y="5157752"/>
            <a:ext cx="964778" cy="263622"/>
          </a:xfrm>
          <a:prstGeom prst="rect">
            <a:avLst/>
          </a:prstGeom>
          <a:solidFill>
            <a:schemeClr val="accent6">
              <a:lumMod val="60000"/>
              <a:lumOff val="40000"/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211-212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1708447" y="4560813"/>
            <a:ext cx="446534" cy="250329"/>
          </a:xfrm>
          <a:prstGeom prst="rect">
            <a:avLst/>
          </a:prstGeom>
          <a:solidFill>
            <a:schemeClr val="accent6">
              <a:lumMod val="60000"/>
              <a:lumOff val="40000"/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215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2170566" y="4565065"/>
            <a:ext cx="446534" cy="250329"/>
          </a:xfrm>
          <a:prstGeom prst="rect">
            <a:avLst/>
          </a:prstGeom>
          <a:solidFill>
            <a:schemeClr val="accent6">
              <a:lumMod val="60000"/>
              <a:lumOff val="40000"/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214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2721286" y="4477403"/>
            <a:ext cx="374119" cy="333739"/>
          </a:xfrm>
          <a:prstGeom prst="rect">
            <a:avLst/>
          </a:prstGeom>
          <a:solidFill>
            <a:schemeClr val="accent6">
              <a:lumMod val="60000"/>
              <a:lumOff val="40000"/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213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9" name="Freeform: Shape 8"/>
          <p:cNvSpPr/>
          <p:nvPr/>
        </p:nvSpPr>
        <p:spPr>
          <a:xfrm>
            <a:off x="2269998" y="3451097"/>
            <a:ext cx="678177" cy="401428"/>
          </a:xfrm>
          <a:custGeom>
            <a:avLst/>
            <a:gdLst>
              <a:gd name="connsiteX0" fmla="*/ 0 w 654844"/>
              <a:gd name="connsiteY0" fmla="*/ 240506 h 423862"/>
              <a:gd name="connsiteX1" fmla="*/ 240506 w 654844"/>
              <a:gd name="connsiteY1" fmla="*/ 0 h 423862"/>
              <a:gd name="connsiteX2" fmla="*/ 309562 w 654844"/>
              <a:gd name="connsiteY2" fmla="*/ 69056 h 423862"/>
              <a:gd name="connsiteX3" fmla="*/ 654844 w 654844"/>
              <a:gd name="connsiteY3" fmla="*/ 69056 h 423862"/>
              <a:gd name="connsiteX4" fmla="*/ 654844 w 654844"/>
              <a:gd name="connsiteY4" fmla="*/ 423862 h 423862"/>
              <a:gd name="connsiteX5" fmla="*/ 178594 w 654844"/>
              <a:gd name="connsiteY5" fmla="*/ 423862 h 423862"/>
              <a:gd name="connsiteX6" fmla="*/ 0 w 654844"/>
              <a:gd name="connsiteY6" fmla="*/ 240506 h 423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4844" h="423862">
                <a:moveTo>
                  <a:pt x="0" y="240506"/>
                </a:moveTo>
                <a:lnTo>
                  <a:pt x="240506" y="0"/>
                </a:lnTo>
                <a:lnTo>
                  <a:pt x="309562" y="69056"/>
                </a:lnTo>
                <a:lnTo>
                  <a:pt x="654844" y="69056"/>
                </a:lnTo>
                <a:lnTo>
                  <a:pt x="654844" y="423862"/>
                </a:lnTo>
                <a:lnTo>
                  <a:pt x="178594" y="423862"/>
                </a:lnTo>
                <a:lnTo>
                  <a:pt x="0" y="240506"/>
                </a:lnTo>
                <a:close/>
              </a:path>
            </a:pathLst>
          </a:cu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Accounts</a:t>
            </a:r>
            <a:endParaRPr lang="en-IN" sz="1000" dirty="0"/>
          </a:p>
        </p:txBody>
      </p:sp>
      <p:sp>
        <p:nvSpPr>
          <p:cNvPr id="10" name="Rectangle 9"/>
          <p:cNvSpPr/>
          <p:nvPr/>
        </p:nvSpPr>
        <p:spPr>
          <a:xfrm>
            <a:off x="2579358" y="4048566"/>
            <a:ext cx="504000" cy="278045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700" dirty="0"/>
              <a:t>Dy. Registrar</a:t>
            </a:r>
          </a:p>
          <a:p>
            <a:pPr algn="ctr"/>
            <a:r>
              <a:rPr lang="en-US" sz="700"/>
              <a:t>21</a:t>
            </a:r>
            <a:r>
              <a:rPr lang="en-US" sz="700" dirty="0"/>
              <a:t>1</a:t>
            </a:r>
            <a:endParaRPr lang="en-IN" sz="700" dirty="0"/>
          </a:p>
        </p:txBody>
      </p:sp>
      <p:sp>
        <p:nvSpPr>
          <p:cNvPr id="181" name="Rectangle 180"/>
          <p:cNvSpPr/>
          <p:nvPr/>
        </p:nvSpPr>
        <p:spPr>
          <a:xfrm>
            <a:off x="3745707" y="3521536"/>
            <a:ext cx="607241" cy="317450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70" dirty="0">
              <a:solidFill>
                <a:schemeClr val="tx1"/>
              </a:solidFill>
            </a:endParaRPr>
          </a:p>
        </p:txBody>
      </p:sp>
      <p:sp>
        <p:nvSpPr>
          <p:cNvPr id="183" name="Rectangle 182"/>
          <p:cNvSpPr/>
          <p:nvPr/>
        </p:nvSpPr>
        <p:spPr>
          <a:xfrm>
            <a:off x="3367107" y="3520193"/>
            <a:ext cx="350808" cy="317450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70" dirty="0">
              <a:solidFill>
                <a:schemeClr val="tx1"/>
              </a:solidFill>
            </a:endParaRPr>
          </a:p>
        </p:txBody>
      </p:sp>
      <p:sp>
        <p:nvSpPr>
          <p:cNvPr id="184" name="Rectangle 183"/>
          <p:cNvSpPr/>
          <p:nvPr/>
        </p:nvSpPr>
        <p:spPr>
          <a:xfrm>
            <a:off x="2950991" y="3516189"/>
            <a:ext cx="317945" cy="317450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/>
              <a:t>Comm</a:t>
            </a:r>
            <a:endParaRPr lang="en-IN" sz="800" dirty="0"/>
          </a:p>
        </p:txBody>
      </p:sp>
      <p:sp>
        <p:nvSpPr>
          <p:cNvPr id="185" name="Rectangle 184"/>
          <p:cNvSpPr/>
          <p:nvPr/>
        </p:nvSpPr>
        <p:spPr>
          <a:xfrm>
            <a:off x="9919198" y="6097573"/>
            <a:ext cx="2396265" cy="963177"/>
          </a:xfrm>
          <a:prstGeom prst="rect">
            <a:avLst/>
          </a:prstGeom>
          <a:solidFill>
            <a:srgbClr val="C0C0C0">
              <a:alpha val="7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CIF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1" name="Freeform: Shape 10"/>
          <p:cNvSpPr/>
          <p:nvPr/>
        </p:nvSpPr>
        <p:spPr>
          <a:xfrm>
            <a:off x="4419217" y="4211104"/>
            <a:ext cx="354068" cy="349559"/>
          </a:xfrm>
          <a:custGeom>
            <a:avLst/>
            <a:gdLst>
              <a:gd name="connsiteX0" fmla="*/ 373856 w 373856"/>
              <a:gd name="connsiteY0" fmla="*/ 292894 h 369094"/>
              <a:gd name="connsiteX1" fmla="*/ 373856 w 373856"/>
              <a:gd name="connsiteY1" fmla="*/ 45244 h 369094"/>
              <a:gd name="connsiteX2" fmla="*/ 285750 w 373856"/>
              <a:gd name="connsiteY2" fmla="*/ 45244 h 369094"/>
              <a:gd name="connsiteX3" fmla="*/ 240506 w 373856"/>
              <a:gd name="connsiteY3" fmla="*/ 0 h 369094"/>
              <a:gd name="connsiteX4" fmla="*/ 0 w 373856"/>
              <a:gd name="connsiteY4" fmla="*/ 240506 h 369094"/>
              <a:gd name="connsiteX5" fmla="*/ 128588 w 373856"/>
              <a:gd name="connsiteY5" fmla="*/ 369094 h 369094"/>
              <a:gd name="connsiteX6" fmla="*/ 290513 w 373856"/>
              <a:gd name="connsiteY6" fmla="*/ 369094 h 369094"/>
              <a:gd name="connsiteX7" fmla="*/ 290513 w 373856"/>
              <a:gd name="connsiteY7" fmla="*/ 297656 h 369094"/>
              <a:gd name="connsiteX8" fmla="*/ 373856 w 373856"/>
              <a:gd name="connsiteY8" fmla="*/ 292894 h 36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3856" h="369094">
                <a:moveTo>
                  <a:pt x="373856" y="292894"/>
                </a:moveTo>
                <a:lnTo>
                  <a:pt x="373856" y="45244"/>
                </a:lnTo>
                <a:lnTo>
                  <a:pt x="285750" y="45244"/>
                </a:lnTo>
                <a:lnTo>
                  <a:pt x="240506" y="0"/>
                </a:lnTo>
                <a:lnTo>
                  <a:pt x="0" y="240506"/>
                </a:lnTo>
                <a:lnTo>
                  <a:pt x="128588" y="369094"/>
                </a:lnTo>
                <a:lnTo>
                  <a:pt x="290513" y="369094"/>
                </a:lnTo>
                <a:lnTo>
                  <a:pt x="290513" y="297656"/>
                </a:lnTo>
                <a:lnTo>
                  <a:pt x="373856" y="292894"/>
                </a:lnTo>
                <a:close/>
              </a:path>
            </a:pathLst>
          </a:custGeom>
          <a:solidFill>
            <a:srgbClr val="7030A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CBS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4786734" y="4261730"/>
            <a:ext cx="389474" cy="2156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202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193010" y="4261730"/>
            <a:ext cx="386119" cy="2156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203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4812557" y="6113934"/>
            <a:ext cx="389474" cy="215673"/>
          </a:xfrm>
          <a:prstGeom prst="rect">
            <a:avLst/>
          </a:prstGeom>
          <a:solidFill>
            <a:schemeClr val="bg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4369680" y="6113934"/>
            <a:ext cx="338206" cy="302772"/>
          </a:xfrm>
          <a:prstGeom prst="rect">
            <a:avLst/>
          </a:prstGeom>
          <a:solidFill>
            <a:schemeClr val="bg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4787560" y="4885829"/>
            <a:ext cx="521727" cy="271921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CL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5331653" y="4886269"/>
            <a:ext cx="260138" cy="271921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CL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611645" y="4885827"/>
            <a:ext cx="258245" cy="271921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CL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889745" y="4885827"/>
            <a:ext cx="300966" cy="271921"/>
          </a:xfrm>
          <a:prstGeom prst="rect">
            <a:avLst/>
          </a:prstGeom>
          <a:solidFill>
            <a:srgbClr val="00B0F0">
              <a:alpha val="70000"/>
            </a:srgbClr>
          </a:solidFill>
          <a:ln>
            <a:solidFill>
              <a:schemeClr val="accent1">
                <a:shade val="1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Phys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4788079" y="5358978"/>
            <a:ext cx="243895" cy="207199"/>
          </a:xfrm>
          <a:prstGeom prst="rect">
            <a:avLst/>
          </a:prstGeom>
          <a:solidFill>
            <a:srgbClr val="E646B1">
              <a:alpha val="7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98" name="Rectangle 197"/>
          <p:cNvSpPr/>
          <p:nvPr/>
        </p:nvSpPr>
        <p:spPr>
          <a:xfrm>
            <a:off x="5065392" y="5352916"/>
            <a:ext cx="243895" cy="207199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CL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335704" y="5352916"/>
            <a:ext cx="243895" cy="207199"/>
          </a:xfrm>
          <a:prstGeom prst="rect">
            <a:avLst/>
          </a:prstGeom>
          <a:solidFill>
            <a:srgbClr val="00B0F0">
              <a:alpha val="70000"/>
            </a:srgbClr>
          </a:solidFill>
          <a:ln>
            <a:solidFill>
              <a:schemeClr val="accent1">
                <a:shade val="1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0" name="Rectangle 199"/>
          <p:cNvSpPr/>
          <p:nvPr/>
        </p:nvSpPr>
        <p:spPr>
          <a:xfrm>
            <a:off x="5894244" y="5352916"/>
            <a:ext cx="290381" cy="207199"/>
          </a:xfrm>
          <a:prstGeom prst="rect">
            <a:avLst/>
          </a:prstGeom>
          <a:solidFill>
            <a:srgbClr val="00B0F0">
              <a:alpha val="70000"/>
            </a:srgbClr>
          </a:solidFill>
          <a:ln>
            <a:solidFill>
              <a:schemeClr val="accent1">
                <a:shade val="1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1" name="Rectangle 200"/>
          <p:cNvSpPr/>
          <p:nvPr/>
        </p:nvSpPr>
        <p:spPr>
          <a:xfrm>
            <a:off x="5609895" y="5352916"/>
            <a:ext cx="254051" cy="207199"/>
          </a:xfrm>
          <a:prstGeom prst="rect">
            <a:avLst/>
          </a:prstGeom>
          <a:solidFill>
            <a:srgbClr val="00B0F0">
              <a:alpha val="70000"/>
            </a:srgbClr>
          </a:solidFill>
          <a:ln>
            <a:solidFill>
              <a:schemeClr val="accent1">
                <a:shade val="1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/>
          <p:cNvSpPr/>
          <p:nvPr/>
        </p:nvSpPr>
        <p:spPr>
          <a:xfrm>
            <a:off x="6266240" y="4594492"/>
            <a:ext cx="428490" cy="561548"/>
          </a:xfrm>
          <a:custGeom>
            <a:avLst/>
            <a:gdLst>
              <a:gd name="connsiteX0" fmla="*/ 0 w 452437"/>
              <a:gd name="connsiteY0" fmla="*/ 290512 h 592931"/>
              <a:gd name="connsiteX1" fmla="*/ 54769 w 452437"/>
              <a:gd name="connsiteY1" fmla="*/ 290512 h 592931"/>
              <a:gd name="connsiteX2" fmla="*/ 345281 w 452437"/>
              <a:gd name="connsiteY2" fmla="*/ 0 h 592931"/>
              <a:gd name="connsiteX3" fmla="*/ 345281 w 452437"/>
              <a:gd name="connsiteY3" fmla="*/ 285749 h 592931"/>
              <a:gd name="connsiteX4" fmla="*/ 452437 w 452437"/>
              <a:gd name="connsiteY4" fmla="*/ 285749 h 592931"/>
              <a:gd name="connsiteX5" fmla="*/ 452437 w 452437"/>
              <a:gd name="connsiteY5" fmla="*/ 592931 h 592931"/>
              <a:gd name="connsiteX6" fmla="*/ 357187 w 452437"/>
              <a:gd name="connsiteY6" fmla="*/ 592931 h 592931"/>
              <a:gd name="connsiteX7" fmla="*/ 7144 w 452437"/>
              <a:gd name="connsiteY7" fmla="*/ 592931 h 592931"/>
              <a:gd name="connsiteX8" fmla="*/ 0 w 452437"/>
              <a:gd name="connsiteY8" fmla="*/ 290512 h 592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2437" h="592931">
                <a:moveTo>
                  <a:pt x="0" y="290512"/>
                </a:moveTo>
                <a:lnTo>
                  <a:pt x="54769" y="290512"/>
                </a:lnTo>
                <a:lnTo>
                  <a:pt x="345281" y="0"/>
                </a:lnTo>
                <a:lnTo>
                  <a:pt x="345281" y="285749"/>
                </a:lnTo>
                <a:lnTo>
                  <a:pt x="452437" y="285749"/>
                </a:lnTo>
                <a:lnTo>
                  <a:pt x="452437" y="592931"/>
                </a:lnTo>
                <a:lnTo>
                  <a:pt x="357187" y="592931"/>
                </a:lnTo>
                <a:lnTo>
                  <a:pt x="7144" y="592931"/>
                </a:lnTo>
                <a:cubicBezTo>
                  <a:pt x="7938" y="492918"/>
                  <a:pt x="8731" y="392906"/>
                  <a:pt x="0" y="290512"/>
                </a:cubicBezTo>
                <a:close/>
              </a:path>
            </a:pathLst>
          </a:custGeom>
          <a:solidFill>
            <a:srgbClr val="00B0F0">
              <a:alpha val="70000"/>
            </a:srgbClr>
          </a:solidFill>
          <a:ln>
            <a:solidFill>
              <a:schemeClr val="accent1">
                <a:shade val="15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Phys</a:t>
            </a:r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202" name="Rectangle 201"/>
          <p:cNvSpPr/>
          <p:nvPr/>
        </p:nvSpPr>
        <p:spPr>
          <a:xfrm>
            <a:off x="5229719" y="6113934"/>
            <a:ext cx="389474" cy="215673"/>
          </a:xfrm>
          <a:prstGeom prst="rect">
            <a:avLst/>
          </a:prstGeom>
          <a:solidFill>
            <a:srgbClr val="0000FF">
              <a:alpha val="9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Bio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4809101" y="7231289"/>
            <a:ext cx="310736" cy="215673"/>
          </a:xfrm>
          <a:prstGeom prst="rect">
            <a:avLst/>
          </a:prstGeom>
          <a:solidFill>
            <a:srgbClr val="0000FF">
              <a:alpha val="9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Bio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138958" y="7231289"/>
            <a:ext cx="269548" cy="215673"/>
          </a:xfrm>
          <a:prstGeom prst="rect">
            <a:avLst/>
          </a:prstGeom>
          <a:solidFill>
            <a:srgbClr val="00FFFF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Chem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430433" y="7231289"/>
            <a:ext cx="249879" cy="215673"/>
          </a:xfrm>
          <a:prstGeom prst="rect">
            <a:avLst/>
          </a:prstGeom>
          <a:solidFill>
            <a:srgbClr val="7030A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Fire</a:t>
            </a:r>
            <a:endParaRPr lang="en-US" sz="1260" dirty="0">
              <a:solidFill>
                <a:schemeClr val="tx1"/>
              </a:solidFill>
            </a:endParaRPr>
          </a:p>
        </p:txBody>
      </p:sp>
      <p:sp>
        <p:nvSpPr>
          <p:cNvPr id="206" name="Rectangle 205"/>
          <p:cNvSpPr/>
          <p:nvPr/>
        </p:nvSpPr>
        <p:spPr>
          <a:xfrm>
            <a:off x="5779781" y="7231289"/>
            <a:ext cx="987867" cy="215673"/>
          </a:xfrm>
          <a:prstGeom prst="rect">
            <a:avLst/>
          </a:prstGeom>
          <a:solidFill>
            <a:srgbClr val="0000FF">
              <a:alpha val="9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Bio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5779781" y="6721160"/>
            <a:ext cx="410930" cy="309829"/>
          </a:xfrm>
          <a:prstGeom prst="rect">
            <a:avLst/>
          </a:prstGeom>
          <a:solidFill>
            <a:srgbClr val="FFC0CB">
              <a:alpha val="9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Phys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(Partial)</a:t>
            </a:r>
          </a:p>
        </p:txBody>
      </p:sp>
      <p:sp>
        <p:nvSpPr>
          <p:cNvPr id="14" name="Freeform: Shape 13"/>
          <p:cNvSpPr/>
          <p:nvPr/>
        </p:nvSpPr>
        <p:spPr>
          <a:xfrm>
            <a:off x="6199890" y="6441513"/>
            <a:ext cx="546232" cy="586356"/>
          </a:xfrm>
          <a:custGeom>
            <a:avLst/>
            <a:gdLst>
              <a:gd name="connsiteX0" fmla="*/ 9525 w 590550"/>
              <a:gd name="connsiteY0" fmla="*/ 619125 h 619125"/>
              <a:gd name="connsiteX1" fmla="*/ 590550 w 590550"/>
              <a:gd name="connsiteY1" fmla="*/ 619125 h 619125"/>
              <a:gd name="connsiteX2" fmla="*/ 590550 w 590550"/>
              <a:gd name="connsiteY2" fmla="*/ 307975 h 619125"/>
              <a:gd name="connsiteX3" fmla="*/ 479425 w 590550"/>
              <a:gd name="connsiteY3" fmla="*/ 307975 h 619125"/>
              <a:gd name="connsiteX4" fmla="*/ 479425 w 590550"/>
              <a:gd name="connsiteY4" fmla="*/ 0 h 619125"/>
              <a:gd name="connsiteX5" fmla="*/ 187325 w 590550"/>
              <a:gd name="connsiteY5" fmla="*/ 292100 h 619125"/>
              <a:gd name="connsiteX6" fmla="*/ 0 w 590550"/>
              <a:gd name="connsiteY6" fmla="*/ 292100 h 619125"/>
              <a:gd name="connsiteX7" fmla="*/ 9525 w 590550"/>
              <a:gd name="connsiteY7" fmla="*/ 619125 h 619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0550" h="619125">
                <a:moveTo>
                  <a:pt x="9525" y="619125"/>
                </a:moveTo>
                <a:lnTo>
                  <a:pt x="590550" y="619125"/>
                </a:lnTo>
                <a:lnTo>
                  <a:pt x="590550" y="307975"/>
                </a:lnTo>
                <a:lnTo>
                  <a:pt x="479425" y="307975"/>
                </a:lnTo>
                <a:lnTo>
                  <a:pt x="479425" y="0"/>
                </a:lnTo>
                <a:lnTo>
                  <a:pt x="187325" y="292100"/>
                </a:lnTo>
                <a:lnTo>
                  <a:pt x="0" y="292100"/>
                </a:lnTo>
                <a:lnTo>
                  <a:pt x="9525" y="619125"/>
                </a:lnTo>
                <a:close/>
              </a:path>
            </a:pathLst>
          </a:custGeom>
          <a:solidFill>
            <a:srgbClr val="0000FF">
              <a:alpha val="9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dirty="0">
                <a:solidFill>
                  <a:schemeClr val="tx1"/>
                </a:solidFill>
              </a:rPr>
              <a:t>Bio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5256257" y="6737332"/>
            <a:ext cx="410930" cy="286470"/>
          </a:xfrm>
          <a:prstGeom prst="rect">
            <a:avLst/>
          </a:prstGeom>
          <a:solidFill>
            <a:srgbClr val="0000FF">
              <a:alpha val="9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9" name="Rectangle 208"/>
          <p:cNvSpPr/>
          <p:nvPr/>
        </p:nvSpPr>
        <p:spPr>
          <a:xfrm>
            <a:off x="4813441" y="6741400"/>
            <a:ext cx="410930" cy="286470"/>
          </a:xfrm>
          <a:prstGeom prst="rect">
            <a:avLst/>
          </a:prstGeom>
          <a:solidFill>
            <a:srgbClr val="7030A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CBS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Freeform: Shape 3"/>
          <p:cNvSpPr/>
          <p:nvPr/>
        </p:nvSpPr>
        <p:spPr>
          <a:xfrm>
            <a:off x="6271501" y="5256773"/>
            <a:ext cx="439016" cy="324751"/>
          </a:xfrm>
          <a:custGeom>
            <a:avLst/>
            <a:gdLst>
              <a:gd name="connsiteX0" fmla="*/ 0 w 463550"/>
              <a:gd name="connsiteY0" fmla="*/ 342900 h 342900"/>
              <a:gd name="connsiteX1" fmla="*/ 463550 w 463550"/>
              <a:gd name="connsiteY1" fmla="*/ 342900 h 342900"/>
              <a:gd name="connsiteX2" fmla="*/ 463550 w 463550"/>
              <a:gd name="connsiteY2" fmla="*/ 98425 h 342900"/>
              <a:gd name="connsiteX3" fmla="*/ 288925 w 463550"/>
              <a:gd name="connsiteY3" fmla="*/ 98425 h 342900"/>
              <a:gd name="connsiteX4" fmla="*/ 288925 w 463550"/>
              <a:gd name="connsiteY4" fmla="*/ 0 h 342900"/>
              <a:gd name="connsiteX5" fmla="*/ 168275 w 463550"/>
              <a:gd name="connsiteY5" fmla="*/ 0 h 342900"/>
              <a:gd name="connsiteX6" fmla="*/ 168275 w 463550"/>
              <a:gd name="connsiteY6" fmla="*/ 92075 h 342900"/>
              <a:gd name="connsiteX7" fmla="*/ 3175 w 463550"/>
              <a:gd name="connsiteY7" fmla="*/ 92075 h 342900"/>
              <a:gd name="connsiteX8" fmla="*/ 0 w 463550"/>
              <a:gd name="connsiteY8" fmla="*/ 34290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3550" h="342900">
                <a:moveTo>
                  <a:pt x="0" y="342900"/>
                </a:moveTo>
                <a:lnTo>
                  <a:pt x="463550" y="342900"/>
                </a:lnTo>
                <a:lnTo>
                  <a:pt x="463550" y="98425"/>
                </a:lnTo>
                <a:lnTo>
                  <a:pt x="288925" y="98425"/>
                </a:lnTo>
                <a:lnTo>
                  <a:pt x="288925" y="0"/>
                </a:lnTo>
                <a:lnTo>
                  <a:pt x="168275" y="0"/>
                </a:lnTo>
                <a:lnTo>
                  <a:pt x="168275" y="92075"/>
                </a:lnTo>
                <a:lnTo>
                  <a:pt x="3175" y="92075"/>
                </a:lnTo>
                <a:cubicBezTo>
                  <a:pt x="2117" y="175683"/>
                  <a:pt x="1058" y="259292"/>
                  <a:pt x="0" y="342900"/>
                </a:cubicBezTo>
                <a:close/>
              </a:path>
            </a:pathLst>
          </a:custGeom>
          <a:solidFill>
            <a:srgbClr val="D70040">
              <a:alpha val="9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27862" y="5156040"/>
            <a:ext cx="116477" cy="91049"/>
          </a:xfrm>
          <a:prstGeom prst="rect">
            <a:avLst/>
          </a:prstGeom>
          <a:solidFill>
            <a:schemeClr val="bg1">
              <a:lumMod val="50000"/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735" dirty="0">
              <a:solidFill>
                <a:schemeClr val="tx1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7706466" y="5340379"/>
            <a:ext cx="50334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AB12</a:t>
            </a:r>
          </a:p>
        </p:txBody>
      </p:sp>
      <p:pic>
        <p:nvPicPr>
          <p:cNvPr id="194" name="Picture 193"/>
          <p:cNvPicPr>
            <a:picLocks noChangeAspect="1"/>
          </p:cNvPicPr>
          <p:nvPr/>
        </p:nvPicPr>
        <p:blipFill rotWithShape="1">
          <a:blip r:embed="rId14"/>
          <a:srcRect l="31582" t="17614" r="35115" b="39450"/>
          <a:stretch>
            <a:fillRect/>
          </a:stretch>
        </p:blipFill>
        <p:spPr>
          <a:xfrm>
            <a:off x="191650" y="6909902"/>
            <a:ext cx="896519" cy="650160"/>
          </a:xfrm>
          <a:prstGeom prst="rect">
            <a:avLst/>
          </a:prstGeom>
        </p:spPr>
      </p:pic>
      <p:sp>
        <p:nvSpPr>
          <p:cNvPr id="211" name="Rectangle 210"/>
          <p:cNvSpPr/>
          <p:nvPr/>
        </p:nvSpPr>
        <p:spPr>
          <a:xfrm>
            <a:off x="250844" y="6848480"/>
            <a:ext cx="617674" cy="550549"/>
          </a:xfrm>
          <a:prstGeom prst="rect">
            <a:avLst/>
          </a:prstGeom>
          <a:solidFill>
            <a:srgbClr val="C0C0C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680" dirty="0">
                <a:solidFill>
                  <a:schemeClr val="tx1"/>
                </a:solidFill>
              </a:rPr>
              <a:t>Stores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416539" y="7325112"/>
            <a:ext cx="209648" cy="2349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107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2" name="Rectangle 211"/>
          <p:cNvSpPr/>
          <p:nvPr/>
        </p:nvSpPr>
        <p:spPr>
          <a:xfrm>
            <a:off x="2952816" y="7320348"/>
            <a:ext cx="205671" cy="2444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105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3" name="Rectangle 212"/>
          <p:cNvSpPr/>
          <p:nvPr/>
        </p:nvSpPr>
        <p:spPr>
          <a:xfrm>
            <a:off x="2731828" y="7320348"/>
            <a:ext cx="199061" cy="2444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106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4" name="Rectangle 213"/>
          <p:cNvSpPr/>
          <p:nvPr/>
        </p:nvSpPr>
        <p:spPr>
          <a:xfrm>
            <a:off x="3487148" y="7318761"/>
            <a:ext cx="205377" cy="2444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103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5" name="Rectangle 214"/>
          <p:cNvSpPr/>
          <p:nvPr/>
        </p:nvSpPr>
        <p:spPr>
          <a:xfrm>
            <a:off x="3268936" y="7320348"/>
            <a:ext cx="205671" cy="2444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104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6" name="Rectangle 215"/>
          <p:cNvSpPr/>
          <p:nvPr/>
        </p:nvSpPr>
        <p:spPr>
          <a:xfrm>
            <a:off x="3802301" y="7318054"/>
            <a:ext cx="217147" cy="2444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102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7" name="Rectangle 216"/>
          <p:cNvSpPr/>
          <p:nvPr/>
        </p:nvSpPr>
        <p:spPr>
          <a:xfrm rot="16200000">
            <a:off x="3822390" y="7001518"/>
            <a:ext cx="199909" cy="2444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101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8" name="Rectangle 217"/>
          <p:cNvSpPr/>
          <p:nvPr/>
        </p:nvSpPr>
        <p:spPr>
          <a:xfrm rot="16200000">
            <a:off x="3822391" y="6334722"/>
            <a:ext cx="199908" cy="2444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110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9" name="Rectangle 218"/>
          <p:cNvSpPr/>
          <p:nvPr/>
        </p:nvSpPr>
        <p:spPr>
          <a:xfrm rot="18900000">
            <a:off x="2775841" y="6755652"/>
            <a:ext cx="308600" cy="3929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108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0" name="Rectangle 219"/>
          <p:cNvSpPr/>
          <p:nvPr/>
        </p:nvSpPr>
        <p:spPr>
          <a:xfrm rot="18900000">
            <a:off x="3150532" y="6379503"/>
            <a:ext cx="308600" cy="4043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109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1" name="Rectangle 220"/>
          <p:cNvSpPr/>
          <p:nvPr/>
        </p:nvSpPr>
        <p:spPr>
          <a:xfrm>
            <a:off x="3357582" y="4050224"/>
            <a:ext cx="483777" cy="278045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700" dirty="0"/>
              <a:t>Registrar</a:t>
            </a:r>
          </a:p>
          <a:p>
            <a:pPr algn="ctr"/>
            <a:r>
              <a:rPr lang="en-US" sz="700" dirty="0"/>
              <a:t>2</a:t>
            </a:r>
            <a:r>
              <a:rPr lang="en-IN" sz="700" dirty="0"/>
              <a:t>05-206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3988299" y="4053193"/>
            <a:ext cx="364761" cy="278045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dirty="0"/>
              <a:t>M</a:t>
            </a:r>
            <a:r>
              <a:rPr lang="en-IN" sz="700" dirty="0"/>
              <a:t>M</a:t>
            </a:r>
          </a:p>
          <a:p>
            <a:pPr algn="ctr"/>
            <a:r>
              <a:rPr lang="en-US" sz="700" dirty="0"/>
              <a:t>2</a:t>
            </a:r>
            <a:r>
              <a:rPr lang="en-IN" sz="700" dirty="0"/>
              <a:t>01-202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2269998" y="5696187"/>
            <a:ext cx="165851" cy="258705"/>
          </a:xfrm>
          <a:prstGeom prst="rect">
            <a:avLst/>
          </a:prstGeom>
          <a:solidFill>
            <a:schemeClr val="accent6">
              <a:lumMod val="60000"/>
              <a:lumOff val="40000"/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202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224" name="Rectangle 223"/>
          <p:cNvSpPr/>
          <p:nvPr/>
        </p:nvSpPr>
        <p:spPr>
          <a:xfrm>
            <a:off x="2135578" y="5690527"/>
            <a:ext cx="118800" cy="258705"/>
          </a:xfrm>
          <a:prstGeom prst="rect">
            <a:avLst/>
          </a:prstGeom>
          <a:solidFill>
            <a:schemeClr val="accent6">
              <a:lumMod val="60000"/>
              <a:lumOff val="40000"/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203</a:t>
            </a:r>
            <a:endParaRPr lang="en-IN" sz="600" dirty="0">
              <a:solidFill>
                <a:schemeClr val="tx1"/>
              </a:solidFill>
            </a:endParaRPr>
          </a:p>
        </p:txBody>
      </p:sp>
      <p:sp>
        <p:nvSpPr>
          <p:cNvPr id="225" name="Rectangle 224"/>
          <p:cNvSpPr/>
          <p:nvPr/>
        </p:nvSpPr>
        <p:spPr>
          <a:xfrm>
            <a:off x="1987937" y="5690525"/>
            <a:ext cx="144000" cy="258705"/>
          </a:xfrm>
          <a:prstGeom prst="rect">
            <a:avLst/>
          </a:prstGeom>
          <a:solidFill>
            <a:schemeClr val="accent6">
              <a:lumMod val="60000"/>
              <a:lumOff val="40000"/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204</a:t>
            </a:r>
            <a:endParaRPr lang="en-IN" sz="600" dirty="0">
              <a:solidFill>
                <a:schemeClr val="tx1"/>
              </a:solidFill>
            </a:endParaRPr>
          </a:p>
        </p:txBody>
      </p:sp>
      <p:sp>
        <p:nvSpPr>
          <p:cNvPr id="226" name="Rectangle 225"/>
          <p:cNvSpPr/>
          <p:nvPr/>
        </p:nvSpPr>
        <p:spPr>
          <a:xfrm>
            <a:off x="10183331" y="3882560"/>
            <a:ext cx="188782" cy="312757"/>
          </a:xfrm>
          <a:prstGeom prst="rect">
            <a:avLst/>
          </a:prstGeom>
          <a:solidFill>
            <a:srgbClr val="37D13B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208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0385191" y="3882560"/>
            <a:ext cx="188782" cy="312757"/>
          </a:xfrm>
          <a:prstGeom prst="rect">
            <a:avLst/>
          </a:prstGeom>
          <a:solidFill>
            <a:srgbClr val="37D13B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109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0573189" y="4295531"/>
            <a:ext cx="188782" cy="312757"/>
          </a:xfrm>
          <a:prstGeom prst="rect">
            <a:avLst/>
          </a:prstGeom>
          <a:solidFill>
            <a:srgbClr val="37D13B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211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10372113" y="4297961"/>
            <a:ext cx="188782" cy="312757"/>
          </a:xfrm>
          <a:prstGeom prst="rect">
            <a:avLst/>
          </a:prstGeom>
          <a:solidFill>
            <a:srgbClr val="37D13B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212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10177006" y="4297961"/>
            <a:ext cx="188782" cy="312757"/>
          </a:xfrm>
          <a:prstGeom prst="rect">
            <a:avLst/>
          </a:prstGeom>
          <a:solidFill>
            <a:srgbClr val="37D13B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213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9985062" y="4299571"/>
            <a:ext cx="188782" cy="312757"/>
          </a:xfrm>
          <a:prstGeom prst="rect">
            <a:avLst/>
          </a:prstGeom>
          <a:solidFill>
            <a:srgbClr val="37D13B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r>
              <a:rPr lang="en-US" sz="600" dirty="0">
                <a:solidFill>
                  <a:schemeClr val="tx1"/>
                </a:solidFill>
              </a:rPr>
              <a:t>214</a:t>
            </a:r>
          </a:p>
        </p:txBody>
      </p:sp>
      <p:sp>
        <p:nvSpPr>
          <p:cNvPr id="2" name="Freeform: Shape 1"/>
          <p:cNvSpPr/>
          <p:nvPr/>
        </p:nvSpPr>
        <p:spPr>
          <a:xfrm>
            <a:off x="8524273" y="5822531"/>
            <a:ext cx="1016000" cy="1222375"/>
          </a:xfrm>
          <a:custGeom>
            <a:avLst/>
            <a:gdLst>
              <a:gd name="connsiteX0" fmla="*/ 0 w 1016000"/>
              <a:gd name="connsiteY0" fmla="*/ 0 h 1222375"/>
              <a:gd name="connsiteX1" fmla="*/ 863600 w 1016000"/>
              <a:gd name="connsiteY1" fmla="*/ 0 h 1222375"/>
              <a:gd name="connsiteX2" fmla="*/ 863600 w 1016000"/>
              <a:gd name="connsiteY2" fmla="*/ 295275 h 1222375"/>
              <a:gd name="connsiteX3" fmla="*/ 1016000 w 1016000"/>
              <a:gd name="connsiteY3" fmla="*/ 295275 h 1222375"/>
              <a:gd name="connsiteX4" fmla="*/ 1016000 w 1016000"/>
              <a:gd name="connsiteY4" fmla="*/ 1222375 h 1222375"/>
              <a:gd name="connsiteX5" fmla="*/ 266700 w 1016000"/>
              <a:gd name="connsiteY5" fmla="*/ 1222375 h 1222375"/>
              <a:gd name="connsiteX6" fmla="*/ 266700 w 1016000"/>
              <a:gd name="connsiteY6" fmla="*/ 822325 h 1222375"/>
              <a:gd name="connsiteX7" fmla="*/ 120650 w 1016000"/>
              <a:gd name="connsiteY7" fmla="*/ 822325 h 1222375"/>
              <a:gd name="connsiteX8" fmla="*/ 120650 w 1016000"/>
              <a:gd name="connsiteY8" fmla="*/ 568325 h 1222375"/>
              <a:gd name="connsiteX9" fmla="*/ 6350 w 1016000"/>
              <a:gd name="connsiteY9" fmla="*/ 568325 h 1222375"/>
              <a:gd name="connsiteX10" fmla="*/ 0 w 1016000"/>
              <a:gd name="connsiteY10" fmla="*/ 0 h 122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16000" h="1222375">
                <a:moveTo>
                  <a:pt x="0" y="0"/>
                </a:moveTo>
                <a:lnTo>
                  <a:pt x="863600" y="0"/>
                </a:lnTo>
                <a:lnTo>
                  <a:pt x="863600" y="295275"/>
                </a:lnTo>
                <a:lnTo>
                  <a:pt x="1016000" y="295275"/>
                </a:lnTo>
                <a:lnTo>
                  <a:pt x="1016000" y="1222375"/>
                </a:lnTo>
                <a:lnTo>
                  <a:pt x="266700" y="1222375"/>
                </a:lnTo>
                <a:lnTo>
                  <a:pt x="266700" y="822325"/>
                </a:lnTo>
                <a:lnTo>
                  <a:pt x="120650" y="822325"/>
                </a:lnTo>
                <a:lnTo>
                  <a:pt x="120650" y="568325"/>
                </a:lnTo>
                <a:lnTo>
                  <a:pt x="6350" y="568325"/>
                </a:lnTo>
                <a:cubicBezTo>
                  <a:pt x="4233" y="378883"/>
                  <a:pt x="2117" y="189442"/>
                  <a:pt x="0" y="0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</a:rPr>
              <a:t>201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Lib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1196486" y="4487093"/>
            <a:ext cx="1895556" cy="1476043"/>
          </a:xfrm>
          <a:prstGeom prst="rect">
            <a:avLst/>
          </a:prstGeom>
          <a:solidFill>
            <a:srgbClr val="00FFFF">
              <a:alpha val="9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Chemistry</a:t>
            </a:r>
          </a:p>
        </p:txBody>
      </p:sp>
      <p:sp>
        <p:nvSpPr>
          <p:cNvPr id="16" name="Freeform: Shape 15"/>
          <p:cNvSpPr/>
          <p:nvPr/>
        </p:nvSpPr>
        <p:spPr>
          <a:xfrm>
            <a:off x="4737768" y="4796589"/>
            <a:ext cx="1122948" cy="775369"/>
          </a:xfrm>
          <a:custGeom>
            <a:avLst/>
            <a:gdLst>
              <a:gd name="connsiteX0" fmla="*/ 304800 w 1122948"/>
              <a:gd name="connsiteY0" fmla="*/ 770022 h 775369"/>
              <a:gd name="connsiteX1" fmla="*/ 304800 w 1122948"/>
              <a:gd name="connsiteY1" fmla="*/ 465222 h 775369"/>
              <a:gd name="connsiteX2" fmla="*/ 0 w 1122948"/>
              <a:gd name="connsiteY2" fmla="*/ 465222 h 775369"/>
              <a:gd name="connsiteX3" fmla="*/ 0 w 1122948"/>
              <a:gd name="connsiteY3" fmla="*/ 0 h 775369"/>
              <a:gd name="connsiteX4" fmla="*/ 1122948 w 1122948"/>
              <a:gd name="connsiteY4" fmla="*/ 0 h 775369"/>
              <a:gd name="connsiteX5" fmla="*/ 1122948 w 1122948"/>
              <a:gd name="connsiteY5" fmla="*/ 417095 h 775369"/>
              <a:gd name="connsiteX6" fmla="*/ 577516 w 1122948"/>
              <a:gd name="connsiteY6" fmla="*/ 417095 h 775369"/>
              <a:gd name="connsiteX7" fmla="*/ 577516 w 1122948"/>
              <a:gd name="connsiteY7" fmla="*/ 775369 h 775369"/>
              <a:gd name="connsiteX8" fmla="*/ 304800 w 1122948"/>
              <a:gd name="connsiteY8" fmla="*/ 770022 h 775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2948" h="775369">
                <a:moveTo>
                  <a:pt x="304800" y="770022"/>
                </a:moveTo>
                <a:lnTo>
                  <a:pt x="304800" y="465222"/>
                </a:lnTo>
                <a:lnTo>
                  <a:pt x="0" y="465222"/>
                </a:lnTo>
                <a:lnTo>
                  <a:pt x="0" y="0"/>
                </a:lnTo>
                <a:lnTo>
                  <a:pt x="1122948" y="0"/>
                </a:lnTo>
                <a:lnTo>
                  <a:pt x="1122948" y="417095"/>
                </a:lnTo>
                <a:lnTo>
                  <a:pt x="577516" y="417095"/>
                </a:lnTo>
                <a:lnTo>
                  <a:pt x="577516" y="775369"/>
                </a:lnTo>
                <a:lnTo>
                  <a:pt x="304800" y="770022"/>
                </a:lnTo>
                <a:close/>
              </a:path>
            </a:pathLst>
          </a:custGeom>
          <a:solidFill>
            <a:srgbClr val="D70040">
              <a:alpha val="9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no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      </a:t>
            </a:r>
          </a:p>
          <a:p>
            <a:r>
              <a:rPr lang="en-IN" dirty="0">
                <a:solidFill>
                  <a:schemeClr val="tx1"/>
                </a:solidFill>
              </a:rPr>
              <a:t>      CL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97901" y="5021787"/>
            <a:ext cx="626333" cy="759009"/>
          </a:xfrm>
          <a:prstGeom prst="rect">
            <a:avLst/>
          </a:prstGeom>
          <a:solidFill>
            <a:srgbClr val="614051">
              <a:alpha val="75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ESc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3" name="Freeform: Shape 162"/>
          <p:cNvSpPr/>
          <p:nvPr/>
        </p:nvSpPr>
        <p:spPr>
          <a:xfrm>
            <a:off x="2401427" y="5600575"/>
            <a:ext cx="1655920" cy="1978536"/>
          </a:xfrm>
          <a:custGeom>
            <a:avLst/>
            <a:gdLst>
              <a:gd name="connsiteX0" fmla="*/ 118534 w 1574800"/>
              <a:gd name="connsiteY0" fmla="*/ 1888067 h 1888067"/>
              <a:gd name="connsiteX1" fmla="*/ 1574800 w 1574800"/>
              <a:gd name="connsiteY1" fmla="*/ 1888067 h 1888067"/>
              <a:gd name="connsiteX2" fmla="*/ 1574800 w 1574800"/>
              <a:gd name="connsiteY2" fmla="*/ 148167 h 1888067"/>
              <a:gd name="connsiteX3" fmla="*/ 1477434 w 1574800"/>
              <a:gd name="connsiteY3" fmla="*/ 50801 h 1888067"/>
              <a:gd name="connsiteX4" fmla="*/ 1439334 w 1574800"/>
              <a:gd name="connsiteY4" fmla="*/ 12701 h 1888067"/>
              <a:gd name="connsiteX5" fmla="*/ 1426633 w 1574800"/>
              <a:gd name="connsiteY5" fmla="*/ 0 h 1888067"/>
              <a:gd name="connsiteX6" fmla="*/ 0 w 1574800"/>
              <a:gd name="connsiteY6" fmla="*/ 1426633 h 1888067"/>
              <a:gd name="connsiteX7" fmla="*/ 0 w 1574800"/>
              <a:gd name="connsiteY7" fmla="*/ 1888067 h 1888067"/>
              <a:gd name="connsiteX8" fmla="*/ 118534 w 1574800"/>
              <a:gd name="connsiteY8" fmla="*/ 1888067 h 1888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4800" h="1888067">
                <a:moveTo>
                  <a:pt x="118534" y="1888067"/>
                </a:moveTo>
                <a:lnTo>
                  <a:pt x="1574800" y="1888067"/>
                </a:lnTo>
                <a:lnTo>
                  <a:pt x="1574800" y="148167"/>
                </a:lnTo>
                <a:lnTo>
                  <a:pt x="1477434" y="50801"/>
                </a:lnTo>
                <a:lnTo>
                  <a:pt x="1439334" y="12701"/>
                </a:lnTo>
                <a:lnTo>
                  <a:pt x="1426633" y="0"/>
                </a:lnTo>
                <a:lnTo>
                  <a:pt x="0" y="1426633"/>
                </a:lnTo>
                <a:lnTo>
                  <a:pt x="0" y="1888067"/>
                </a:lnTo>
                <a:lnTo>
                  <a:pt x="118534" y="1888067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noAutofit/>
          </a:bodyPr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Teaching</a:t>
            </a:r>
            <a:endParaRPr lang="en-IN" sz="1400">
              <a:solidFill>
                <a:schemeClr val="tx1"/>
              </a:solidFill>
            </a:endParaRPr>
          </a:p>
        </p:txBody>
      </p:sp>
      <p:sp>
        <p:nvSpPr>
          <p:cNvPr id="23" name="Freeform: Shape 22"/>
          <p:cNvSpPr/>
          <p:nvPr/>
        </p:nvSpPr>
        <p:spPr>
          <a:xfrm>
            <a:off x="5327650" y="4570413"/>
            <a:ext cx="1379538" cy="1012825"/>
          </a:xfrm>
          <a:custGeom>
            <a:avLst/>
            <a:gdLst>
              <a:gd name="connsiteX0" fmla="*/ 157163 w 1379538"/>
              <a:gd name="connsiteY0" fmla="*/ 1012825 h 1012825"/>
              <a:gd name="connsiteX1" fmla="*/ 866775 w 1379538"/>
              <a:gd name="connsiteY1" fmla="*/ 1012825 h 1012825"/>
              <a:gd name="connsiteX2" fmla="*/ 866775 w 1379538"/>
              <a:gd name="connsiteY2" fmla="*/ 601662 h 1012825"/>
              <a:gd name="connsiteX3" fmla="*/ 1379538 w 1379538"/>
              <a:gd name="connsiteY3" fmla="*/ 601662 h 1012825"/>
              <a:gd name="connsiteX4" fmla="*/ 1379538 w 1379538"/>
              <a:gd name="connsiteY4" fmla="*/ 293687 h 1012825"/>
              <a:gd name="connsiteX5" fmla="*/ 1265238 w 1379538"/>
              <a:gd name="connsiteY5" fmla="*/ 293687 h 1012825"/>
              <a:gd name="connsiteX6" fmla="*/ 1265238 w 1379538"/>
              <a:gd name="connsiteY6" fmla="*/ 0 h 1012825"/>
              <a:gd name="connsiteX7" fmla="*/ 973138 w 1379538"/>
              <a:gd name="connsiteY7" fmla="*/ 292100 h 1012825"/>
              <a:gd name="connsiteX8" fmla="*/ 560388 w 1379538"/>
              <a:gd name="connsiteY8" fmla="*/ 292100 h 1012825"/>
              <a:gd name="connsiteX9" fmla="*/ 560388 w 1379538"/>
              <a:gd name="connsiteY9" fmla="*/ 768350 h 1012825"/>
              <a:gd name="connsiteX10" fmla="*/ 0 w 1379538"/>
              <a:gd name="connsiteY10" fmla="*/ 768350 h 1012825"/>
              <a:gd name="connsiteX11" fmla="*/ 0 w 1379538"/>
              <a:gd name="connsiteY11" fmla="*/ 1006475 h 1012825"/>
              <a:gd name="connsiteX12" fmla="*/ 157163 w 1379538"/>
              <a:gd name="connsiteY12" fmla="*/ 1012825 h 101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379538" h="1012825">
                <a:moveTo>
                  <a:pt x="157163" y="1012825"/>
                </a:moveTo>
                <a:lnTo>
                  <a:pt x="866775" y="1012825"/>
                </a:lnTo>
                <a:lnTo>
                  <a:pt x="866775" y="601662"/>
                </a:lnTo>
                <a:lnTo>
                  <a:pt x="1379538" y="601662"/>
                </a:lnTo>
                <a:lnTo>
                  <a:pt x="1379538" y="293687"/>
                </a:lnTo>
                <a:lnTo>
                  <a:pt x="1265238" y="293687"/>
                </a:lnTo>
                <a:lnTo>
                  <a:pt x="1265238" y="0"/>
                </a:lnTo>
                <a:lnTo>
                  <a:pt x="973138" y="292100"/>
                </a:lnTo>
                <a:lnTo>
                  <a:pt x="560388" y="292100"/>
                </a:lnTo>
                <a:lnTo>
                  <a:pt x="560388" y="768350"/>
                </a:lnTo>
                <a:lnTo>
                  <a:pt x="0" y="768350"/>
                </a:lnTo>
                <a:lnTo>
                  <a:pt x="0" y="1006475"/>
                </a:lnTo>
                <a:lnTo>
                  <a:pt x="157163" y="1012825"/>
                </a:lnTo>
                <a:close/>
              </a:path>
            </a:pathLst>
          </a:custGeom>
          <a:solidFill>
            <a:srgbClr val="FFC0CB">
              <a:alpha val="9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dirty="0">
                <a:solidFill>
                  <a:schemeClr val="tx1"/>
                </a:solidFill>
              </a:rPr>
              <a:t>       Phys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332375" y="3782421"/>
            <a:ext cx="3863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AB3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38480" y="5410676"/>
            <a:ext cx="3863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AB4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497654" y="7753947"/>
            <a:ext cx="3863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2969177" y="7679554"/>
            <a:ext cx="3863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AB7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298322" y="7684698"/>
            <a:ext cx="635110" cy="415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AB8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32375" y="7679554"/>
            <a:ext cx="3863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AB9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4370253" y="6120968"/>
            <a:ext cx="337633" cy="2957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201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4815249" y="6113933"/>
            <a:ext cx="386782" cy="2156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202</a:t>
            </a:r>
          </a:p>
        </p:txBody>
      </p:sp>
      <p:sp>
        <p:nvSpPr>
          <p:cNvPr id="3" name="Freeform: Shape 2"/>
          <p:cNvSpPr/>
          <p:nvPr/>
        </p:nvSpPr>
        <p:spPr>
          <a:xfrm>
            <a:off x="8580438" y="4095750"/>
            <a:ext cx="863600" cy="1060290"/>
          </a:xfrm>
          <a:custGeom>
            <a:avLst/>
            <a:gdLst>
              <a:gd name="connsiteX0" fmla="*/ 293687 w 863600"/>
              <a:gd name="connsiteY0" fmla="*/ 0 h 1039813"/>
              <a:gd name="connsiteX1" fmla="*/ 0 w 863600"/>
              <a:gd name="connsiteY1" fmla="*/ 0 h 1039813"/>
              <a:gd name="connsiteX2" fmla="*/ 0 w 863600"/>
              <a:gd name="connsiteY2" fmla="*/ 1039813 h 1039813"/>
              <a:gd name="connsiteX3" fmla="*/ 863600 w 863600"/>
              <a:gd name="connsiteY3" fmla="*/ 1039813 h 1039813"/>
              <a:gd name="connsiteX4" fmla="*/ 863600 w 863600"/>
              <a:gd name="connsiteY4" fmla="*/ 731838 h 1039813"/>
              <a:gd name="connsiteX5" fmla="*/ 582612 w 863600"/>
              <a:gd name="connsiteY5" fmla="*/ 731838 h 1039813"/>
              <a:gd name="connsiteX6" fmla="*/ 582612 w 863600"/>
              <a:gd name="connsiteY6" fmla="*/ 3175 h 1039813"/>
              <a:gd name="connsiteX7" fmla="*/ 293687 w 863600"/>
              <a:gd name="connsiteY7" fmla="*/ 0 h 1039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3600" h="1039813">
                <a:moveTo>
                  <a:pt x="293687" y="0"/>
                </a:moveTo>
                <a:lnTo>
                  <a:pt x="0" y="0"/>
                </a:lnTo>
                <a:lnTo>
                  <a:pt x="0" y="1039813"/>
                </a:lnTo>
                <a:lnTo>
                  <a:pt x="863600" y="1039813"/>
                </a:lnTo>
                <a:lnTo>
                  <a:pt x="863600" y="731838"/>
                </a:lnTo>
                <a:lnTo>
                  <a:pt x="582612" y="731838"/>
                </a:lnTo>
                <a:lnTo>
                  <a:pt x="582612" y="3175"/>
                </a:lnTo>
                <a:lnTo>
                  <a:pt x="293687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</a:rPr>
              <a:t>Maker Bhawan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5" name="Freeform: Shape 14"/>
          <p:cNvSpPr/>
          <p:nvPr/>
        </p:nvSpPr>
        <p:spPr>
          <a:xfrm>
            <a:off x="1933432" y="3446697"/>
            <a:ext cx="2420551" cy="884003"/>
          </a:xfrm>
          <a:custGeom>
            <a:avLst/>
            <a:gdLst>
              <a:gd name="connsiteX0" fmla="*/ 914400 w 2429933"/>
              <a:gd name="connsiteY0" fmla="*/ 57150 h 874183"/>
              <a:gd name="connsiteX1" fmla="*/ 2429933 w 2429933"/>
              <a:gd name="connsiteY1" fmla="*/ 57150 h 874183"/>
              <a:gd name="connsiteX2" fmla="*/ 2429933 w 2429933"/>
              <a:gd name="connsiteY2" fmla="*/ 874183 h 874183"/>
              <a:gd name="connsiteX3" fmla="*/ 292100 w 2429933"/>
              <a:gd name="connsiteY3" fmla="*/ 874183 h 874183"/>
              <a:gd name="connsiteX4" fmla="*/ 0 w 2429933"/>
              <a:gd name="connsiteY4" fmla="*/ 582083 h 874183"/>
              <a:gd name="connsiteX5" fmla="*/ 582083 w 2429933"/>
              <a:gd name="connsiteY5" fmla="*/ 0 h 874183"/>
              <a:gd name="connsiteX6" fmla="*/ 639233 w 2429933"/>
              <a:gd name="connsiteY6" fmla="*/ 57150 h 874183"/>
              <a:gd name="connsiteX7" fmla="*/ 914400 w 2429933"/>
              <a:gd name="connsiteY7" fmla="*/ 57150 h 874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29933" h="874183">
                <a:moveTo>
                  <a:pt x="914400" y="57150"/>
                </a:moveTo>
                <a:lnTo>
                  <a:pt x="2429933" y="57150"/>
                </a:lnTo>
                <a:lnTo>
                  <a:pt x="2429933" y="874183"/>
                </a:lnTo>
                <a:lnTo>
                  <a:pt x="292100" y="874183"/>
                </a:lnTo>
                <a:lnTo>
                  <a:pt x="0" y="582083"/>
                </a:lnTo>
                <a:lnTo>
                  <a:pt x="582083" y="0"/>
                </a:lnTo>
                <a:lnTo>
                  <a:pt x="639233" y="57150"/>
                </a:lnTo>
                <a:lnTo>
                  <a:pt x="914400" y="57150"/>
                </a:lnTo>
                <a:close/>
              </a:path>
            </a:pathLst>
          </a:custGeom>
          <a:solidFill>
            <a:srgbClr val="9966CC">
              <a:alpha val="9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Admin</a:t>
            </a:r>
            <a:endParaRPr lang="en-IN" dirty="0"/>
          </a:p>
        </p:txBody>
      </p:sp>
      <p:sp>
        <p:nvSpPr>
          <p:cNvPr id="155" name="Freeform: Shape 154"/>
          <p:cNvSpPr/>
          <p:nvPr/>
        </p:nvSpPr>
        <p:spPr>
          <a:xfrm>
            <a:off x="9980399" y="3895436"/>
            <a:ext cx="791633" cy="719666"/>
          </a:xfrm>
          <a:custGeom>
            <a:avLst/>
            <a:gdLst>
              <a:gd name="connsiteX0" fmla="*/ 448733 w 791633"/>
              <a:gd name="connsiteY0" fmla="*/ 2116 h 719666"/>
              <a:gd name="connsiteX1" fmla="*/ 0 w 791633"/>
              <a:gd name="connsiteY1" fmla="*/ 2116 h 719666"/>
              <a:gd name="connsiteX2" fmla="*/ 0 w 791633"/>
              <a:gd name="connsiteY2" fmla="*/ 719666 h 719666"/>
              <a:gd name="connsiteX3" fmla="*/ 791633 w 791633"/>
              <a:gd name="connsiteY3" fmla="*/ 719666 h 719666"/>
              <a:gd name="connsiteX4" fmla="*/ 791633 w 791633"/>
              <a:gd name="connsiteY4" fmla="*/ 404283 h 719666"/>
              <a:gd name="connsiteX5" fmla="*/ 592666 w 791633"/>
              <a:gd name="connsiteY5" fmla="*/ 404283 h 719666"/>
              <a:gd name="connsiteX6" fmla="*/ 592666 w 791633"/>
              <a:gd name="connsiteY6" fmla="*/ 0 h 719666"/>
              <a:gd name="connsiteX7" fmla="*/ 448733 w 791633"/>
              <a:gd name="connsiteY7" fmla="*/ 2116 h 71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1633" h="719666">
                <a:moveTo>
                  <a:pt x="448733" y="2116"/>
                </a:moveTo>
                <a:lnTo>
                  <a:pt x="0" y="2116"/>
                </a:lnTo>
                <a:lnTo>
                  <a:pt x="0" y="719666"/>
                </a:lnTo>
                <a:lnTo>
                  <a:pt x="791633" y="719666"/>
                </a:lnTo>
                <a:lnTo>
                  <a:pt x="791633" y="404283"/>
                </a:lnTo>
                <a:lnTo>
                  <a:pt x="592666" y="404283"/>
                </a:lnTo>
                <a:lnTo>
                  <a:pt x="592666" y="0"/>
                </a:lnTo>
                <a:lnTo>
                  <a:pt x="448733" y="2116"/>
                </a:lnTo>
                <a:close/>
              </a:path>
            </a:pathLst>
          </a:custGeom>
          <a:solidFill>
            <a:srgbClr val="3EB489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MSE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80110" y="4123340"/>
            <a:ext cx="965022" cy="498934"/>
          </a:xfrm>
          <a:prstGeom prst="rect">
            <a:avLst/>
          </a:prstGeom>
          <a:solidFill>
            <a:srgbClr val="FFFFFF">
              <a:alpha val="9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Teaching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4318292" y="6023461"/>
            <a:ext cx="903295" cy="438336"/>
          </a:xfrm>
          <a:prstGeom prst="rect">
            <a:avLst/>
          </a:prstGeom>
          <a:solidFill>
            <a:srgbClr val="FFFFFF">
              <a:alpha val="9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Teaching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1" name="Freeform: Shape 20"/>
          <p:cNvSpPr/>
          <p:nvPr/>
        </p:nvSpPr>
        <p:spPr>
          <a:xfrm>
            <a:off x="6553200" y="3232150"/>
            <a:ext cx="336550" cy="406400"/>
          </a:xfrm>
          <a:custGeom>
            <a:avLst/>
            <a:gdLst>
              <a:gd name="csX0" fmla="*/ 0 w 336550"/>
              <a:gd name="csY0" fmla="*/ 393700 h 406400"/>
              <a:gd name="csX1" fmla="*/ 0 w 336550"/>
              <a:gd name="csY1" fmla="*/ 196850 h 406400"/>
              <a:gd name="csX2" fmla="*/ 171450 w 336550"/>
              <a:gd name="csY2" fmla="*/ 196850 h 406400"/>
              <a:gd name="csX3" fmla="*/ 171450 w 336550"/>
              <a:gd name="csY3" fmla="*/ 88900 h 406400"/>
              <a:gd name="csX4" fmla="*/ 107950 w 336550"/>
              <a:gd name="csY4" fmla="*/ 88900 h 406400"/>
              <a:gd name="csX5" fmla="*/ 107950 w 336550"/>
              <a:gd name="csY5" fmla="*/ 0 h 406400"/>
              <a:gd name="csX6" fmla="*/ 336550 w 336550"/>
              <a:gd name="csY6" fmla="*/ 0 h 406400"/>
              <a:gd name="csX7" fmla="*/ 336550 w 336550"/>
              <a:gd name="csY7" fmla="*/ 209550 h 406400"/>
              <a:gd name="csX8" fmla="*/ 133350 w 336550"/>
              <a:gd name="csY8" fmla="*/ 406400 h 406400"/>
              <a:gd name="csX9" fmla="*/ 0 w 336550"/>
              <a:gd name="csY9" fmla="*/ 393700 h 40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36550" h="406400">
                <a:moveTo>
                  <a:pt x="0" y="393700"/>
                </a:moveTo>
                <a:lnTo>
                  <a:pt x="0" y="196850"/>
                </a:lnTo>
                <a:lnTo>
                  <a:pt x="171450" y="196850"/>
                </a:lnTo>
                <a:lnTo>
                  <a:pt x="171450" y="88900"/>
                </a:lnTo>
                <a:lnTo>
                  <a:pt x="107950" y="88900"/>
                </a:lnTo>
                <a:lnTo>
                  <a:pt x="107950" y="0"/>
                </a:lnTo>
                <a:lnTo>
                  <a:pt x="336550" y="0"/>
                </a:lnTo>
                <a:lnTo>
                  <a:pt x="336550" y="209550"/>
                </a:lnTo>
                <a:lnTo>
                  <a:pt x="133350" y="406400"/>
                </a:lnTo>
                <a:lnTo>
                  <a:pt x="0" y="393700"/>
                </a:lnTo>
                <a:close/>
              </a:path>
            </a:pathLst>
          </a:cu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reeform: Shape 23"/>
          <p:cNvSpPr/>
          <p:nvPr/>
        </p:nvSpPr>
        <p:spPr>
          <a:xfrm>
            <a:off x="6334125" y="3214688"/>
            <a:ext cx="223838" cy="433387"/>
          </a:xfrm>
          <a:custGeom>
            <a:avLst/>
            <a:gdLst>
              <a:gd name="csX0" fmla="*/ 161925 w 223838"/>
              <a:gd name="csY0" fmla="*/ 419100 h 433387"/>
              <a:gd name="csX1" fmla="*/ 161925 w 223838"/>
              <a:gd name="csY1" fmla="*/ 309562 h 433387"/>
              <a:gd name="csX2" fmla="*/ 66675 w 223838"/>
              <a:gd name="csY2" fmla="*/ 309562 h 433387"/>
              <a:gd name="csX3" fmla="*/ 66675 w 223838"/>
              <a:gd name="csY3" fmla="*/ 228600 h 433387"/>
              <a:gd name="csX4" fmla="*/ 223838 w 223838"/>
              <a:gd name="csY4" fmla="*/ 228600 h 433387"/>
              <a:gd name="csX5" fmla="*/ 223838 w 223838"/>
              <a:gd name="csY5" fmla="*/ 0 h 433387"/>
              <a:gd name="csX6" fmla="*/ 0 w 223838"/>
              <a:gd name="csY6" fmla="*/ 0 h 433387"/>
              <a:gd name="csX7" fmla="*/ 0 w 223838"/>
              <a:gd name="csY7" fmla="*/ 433387 h 433387"/>
              <a:gd name="csX8" fmla="*/ 161925 w 223838"/>
              <a:gd name="csY8" fmla="*/ 419100 h 4333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3838" h="433387">
                <a:moveTo>
                  <a:pt x="161925" y="419100"/>
                </a:moveTo>
                <a:lnTo>
                  <a:pt x="161925" y="309562"/>
                </a:lnTo>
                <a:lnTo>
                  <a:pt x="66675" y="309562"/>
                </a:lnTo>
                <a:lnTo>
                  <a:pt x="66675" y="228600"/>
                </a:lnTo>
                <a:lnTo>
                  <a:pt x="223838" y="228600"/>
                </a:lnTo>
                <a:lnTo>
                  <a:pt x="223838" y="0"/>
                </a:lnTo>
                <a:lnTo>
                  <a:pt x="0" y="0"/>
                </a:lnTo>
                <a:lnTo>
                  <a:pt x="0" y="433387"/>
                </a:lnTo>
                <a:lnTo>
                  <a:pt x="161925" y="419100"/>
                </a:lnTo>
                <a:close/>
              </a:path>
            </a:pathLst>
          </a:cu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/>
          <p:cNvSpPr txBox="1"/>
          <p:nvPr/>
        </p:nvSpPr>
        <p:spPr>
          <a:xfrm>
            <a:off x="6978169" y="3182845"/>
            <a:ext cx="1085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Institute Archives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6643688" y="3429000"/>
            <a:ext cx="456590" cy="871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767557" y="3669231"/>
            <a:ext cx="491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CCL</a:t>
            </a:r>
          </a:p>
        </p:txBody>
      </p:sp>
      <p:cxnSp>
        <p:nvCxnSpPr>
          <p:cNvPr id="33" name="Straight Arrow Connector 32"/>
          <p:cNvCxnSpPr>
            <a:endCxn id="24" idx="2"/>
          </p:cNvCxnSpPr>
          <p:nvPr/>
        </p:nvCxnSpPr>
        <p:spPr>
          <a:xfrm flipV="1">
            <a:off x="6143625" y="3524250"/>
            <a:ext cx="257175" cy="25271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Freeform: Shape 36"/>
          <p:cNvSpPr/>
          <p:nvPr/>
        </p:nvSpPr>
        <p:spPr>
          <a:xfrm>
            <a:off x="2796540" y="1798320"/>
            <a:ext cx="7932420" cy="2659380"/>
          </a:xfrm>
          <a:custGeom>
            <a:avLst/>
            <a:gdLst>
              <a:gd name="csX0" fmla="*/ 0 w 7932420"/>
              <a:gd name="csY0" fmla="*/ 7620 h 2659380"/>
              <a:gd name="csX1" fmla="*/ 0 w 7932420"/>
              <a:gd name="csY1" fmla="*/ 1684020 h 2659380"/>
              <a:gd name="csX2" fmla="*/ 2484120 w 7932420"/>
              <a:gd name="csY2" fmla="*/ 1684020 h 2659380"/>
              <a:gd name="csX3" fmla="*/ 2484120 w 7932420"/>
              <a:gd name="csY3" fmla="*/ 2293620 h 2659380"/>
              <a:gd name="csX4" fmla="*/ 3055620 w 7932420"/>
              <a:gd name="csY4" fmla="*/ 2293620 h 2659380"/>
              <a:gd name="csX5" fmla="*/ 3055620 w 7932420"/>
              <a:gd name="csY5" fmla="*/ 1889760 h 2659380"/>
              <a:gd name="csX6" fmla="*/ 3413760 w 7932420"/>
              <a:gd name="csY6" fmla="*/ 1889760 h 2659380"/>
              <a:gd name="csX7" fmla="*/ 3413760 w 7932420"/>
              <a:gd name="csY7" fmla="*/ 1264920 h 2659380"/>
              <a:gd name="csX8" fmla="*/ 5631180 w 7932420"/>
              <a:gd name="csY8" fmla="*/ 1264920 h 2659380"/>
              <a:gd name="csX9" fmla="*/ 5631180 w 7932420"/>
              <a:gd name="csY9" fmla="*/ 2316480 h 2659380"/>
              <a:gd name="csX10" fmla="*/ 6362700 w 7932420"/>
              <a:gd name="csY10" fmla="*/ 2316480 h 2659380"/>
              <a:gd name="csX11" fmla="*/ 6362700 w 7932420"/>
              <a:gd name="csY11" fmla="*/ 2659380 h 2659380"/>
              <a:gd name="csX12" fmla="*/ 7078980 w 7932420"/>
              <a:gd name="csY12" fmla="*/ 2659380 h 2659380"/>
              <a:gd name="csX13" fmla="*/ 7078980 w 7932420"/>
              <a:gd name="csY13" fmla="*/ 2095500 h 2659380"/>
              <a:gd name="csX14" fmla="*/ 7932420 w 7932420"/>
              <a:gd name="csY14" fmla="*/ 2095500 h 2659380"/>
              <a:gd name="csX15" fmla="*/ 7932420 w 7932420"/>
              <a:gd name="csY15" fmla="*/ 0 h 2659380"/>
              <a:gd name="csX16" fmla="*/ 0 w 7932420"/>
              <a:gd name="csY16" fmla="*/ 7620 h 2659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7932420" h="2659380">
                <a:moveTo>
                  <a:pt x="0" y="7620"/>
                </a:moveTo>
                <a:lnTo>
                  <a:pt x="0" y="1684020"/>
                </a:lnTo>
                <a:lnTo>
                  <a:pt x="2484120" y="1684020"/>
                </a:lnTo>
                <a:lnTo>
                  <a:pt x="2484120" y="2293620"/>
                </a:lnTo>
                <a:lnTo>
                  <a:pt x="3055620" y="2293620"/>
                </a:lnTo>
                <a:lnTo>
                  <a:pt x="3055620" y="1889760"/>
                </a:lnTo>
                <a:lnTo>
                  <a:pt x="3413760" y="1889760"/>
                </a:lnTo>
                <a:lnTo>
                  <a:pt x="3413760" y="1264920"/>
                </a:lnTo>
                <a:lnTo>
                  <a:pt x="5631180" y="1264920"/>
                </a:lnTo>
                <a:lnTo>
                  <a:pt x="5631180" y="2316480"/>
                </a:lnTo>
                <a:lnTo>
                  <a:pt x="6362700" y="2316480"/>
                </a:lnTo>
                <a:lnTo>
                  <a:pt x="6362700" y="2659380"/>
                </a:lnTo>
                <a:lnTo>
                  <a:pt x="7078980" y="2659380"/>
                </a:lnTo>
                <a:lnTo>
                  <a:pt x="7078980" y="2095500"/>
                </a:lnTo>
                <a:lnTo>
                  <a:pt x="7932420" y="2095500"/>
                </a:lnTo>
                <a:lnTo>
                  <a:pt x="7932420" y="0"/>
                </a:lnTo>
                <a:lnTo>
                  <a:pt x="0" y="7620"/>
                </a:lnTo>
                <a:close/>
              </a:path>
            </a:pathLst>
          </a:custGeom>
          <a:solidFill>
            <a:schemeClr val="lt1">
              <a:alpha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TextBox 37"/>
          <p:cNvSpPr txBox="1"/>
          <p:nvPr/>
        </p:nvSpPr>
        <p:spPr>
          <a:xfrm>
            <a:off x="4447497" y="2399762"/>
            <a:ext cx="1085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Teaching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3783773" y="4198297"/>
            <a:ext cx="2972560" cy="3589313"/>
            <a:chOff x="3783773" y="4198297"/>
            <a:chExt cx="2972560" cy="3589313"/>
          </a:xfrm>
        </p:grpSpPr>
        <p:pic>
          <p:nvPicPr>
            <p:cNvPr id="81" name="Picture 80"/>
            <p:cNvPicPr>
              <a:picLocks noChangeAspect="1"/>
            </p:cNvPicPr>
            <p:nvPr/>
          </p:nvPicPr>
          <p:blipFill rotWithShape="1">
            <a:blip r:embed="rId2"/>
            <a:srcRect l="18359" t="28090" r="35390" b="26097"/>
            <a:stretch>
              <a:fillRect/>
            </a:stretch>
          </p:blipFill>
          <p:spPr>
            <a:xfrm>
              <a:off x="3868253" y="6178444"/>
              <a:ext cx="2888080" cy="1609166"/>
            </a:xfrm>
            <a:prstGeom prst="rect">
              <a:avLst/>
            </a:prstGeom>
          </p:spPr>
        </p:pic>
        <p:pic>
          <p:nvPicPr>
            <p:cNvPr id="82" name="Picture 81"/>
            <p:cNvPicPr>
              <a:picLocks noChangeAspect="1"/>
            </p:cNvPicPr>
            <p:nvPr/>
          </p:nvPicPr>
          <p:blipFill rotWithShape="1">
            <a:blip r:embed="rId3"/>
            <a:srcRect l="17587" t="26944" r="36778" b="13472"/>
            <a:stretch>
              <a:fillRect/>
            </a:stretch>
          </p:blipFill>
          <p:spPr>
            <a:xfrm>
              <a:off x="3783773" y="4198297"/>
              <a:ext cx="2850037" cy="2093093"/>
            </a:xfrm>
            <a:prstGeom prst="rect">
              <a:avLst/>
            </a:prstGeom>
          </p:spPr>
        </p:pic>
      </p:grpSp>
      <p:pic>
        <p:nvPicPr>
          <p:cNvPr id="84" name="Picture 83"/>
          <p:cNvPicPr>
            <a:picLocks noChangeAspect="1"/>
          </p:cNvPicPr>
          <p:nvPr/>
        </p:nvPicPr>
        <p:blipFill rotWithShape="1">
          <a:blip r:embed="rId4"/>
          <a:srcRect l="19297" t="42360" r="32936" b="23306"/>
          <a:stretch>
            <a:fillRect/>
          </a:stretch>
        </p:blipFill>
        <p:spPr>
          <a:xfrm>
            <a:off x="785212" y="3021916"/>
            <a:ext cx="3454471" cy="1396659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7213477" y="2390290"/>
            <a:ext cx="77136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AB10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00455" y="4094020"/>
            <a:ext cx="77136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AB11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73891" y="5126652"/>
            <a:ext cx="63511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AB4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42211" y="6908590"/>
            <a:ext cx="63511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AB6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596986" y="4986552"/>
            <a:ext cx="63511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AB5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8034876" y="1400177"/>
            <a:ext cx="4588295" cy="5812847"/>
            <a:chOff x="7603847" y="622266"/>
            <a:chExt cx="4521077" cy="5727689"/>
          </a:xfrm>
        </p:grpSpPr>
        <p:grpSp>
          <p:nvGrpSpPr>
            <p:cNvPr id="148" name="Group 147"/>
            <p:cNvGrpSpPr>
              <a:grpSpLocks noChangeAspect="1"/>
            </p:cNvGrpSpPr>
            <p:nvPr/>
          </p:nvGrpSpPr>
          <p:grpSpPr>
            <a:xfrm>
              <a:off x="7616574" y="622266"/>
              <a:ext cx="2340000" cy="2115256"/>
              <a:chOff x="1600014" y="233128"/>
              <a:chExt cx="9299280" cy="8406135"/>
            </a:xfrm>
          </p:grpSpPr>
          <p:grpSp>
            <p:nvGrpSpPr>
              <p:cNvPr id="149" name="Group 22"/>
              <p:cNvGrpSpPr>
                <a:grpSpLocks noChangeAspect="1"/>
              </p:cNvGrpSpPr>
              <p:nvPr/>
            </p:nvGrpSpPr>
            <p:grpSpPr>
              <a:xfrm>
                <a:off x="1600014" y="233128"/>
                <a:ext cx="9299280" cy="8406135"/>
                <a:chOff x="1600014" y="233128"/>
                <a:chExt cx="9299280" cy="8406135"/>
              </a:xfrm>
            </p:grpSpPr>
            <p:pic>
              <p:nvPicPr>
                <p:cNvPr id="155" name="Picture 154"/>
                <p:cNvPicPr preferRelativeResize="0">
                  <a:picLocks noChangeAspect="1" noChangeArrowheads="1"/>
                </p:cNvPicPr>
                <p:nvPr/>
              </p:nvPicPr>
              <p:blipFill rotWithShape="1">
                <a:blip r:embed="rId5"/>
                <a:srcRect l="21593" b="9803"/>
                <a:stretch>
                  <a:fillRect/>
                </a:stretch>
              </p:blipFill>
              <p:spPr bwMode="auto">
                <a:xfrm>
                  <a:off x="1600014" y="233128"/>
                  <a:ext cx="9299280" cy="84061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cxnSp>
              <p:nvCxnSpPr>
                <p:cNvPr id="156" name="Straight Connector 155"/>
                <p:cNvCxnSpPr/>
                <p:nvPr/>
              </p:nvCxnSpPr>
              <p:spPr>
                <a:xfrm rot="16200000" flipH="1">
                  <a:off x="7740650" y="3079750"/>
                  <a:ext cx="1828800" cy="13843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/>
                <p:cNvCxnSpPr/>
                <p:nvPr/>
              </p:nvCxnSpPr>
              <p:spPr>
                <a:xfrm rot="5400000" flipH="1" flipV="1">
                  <a:off x="7715250" y="2724150"/>
                  <a:ext cx="1828800" cy="14351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/>
                <p:cNvCxnSpPr/>
                <p:nvPr/>
              </p:nvCxnSpPr>
              <p:spPr>
                <a:xfrm>
                  <a:off x="5651500" y="1041400"/>
                  <a:ext cx="2006600" cy="12954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/>
                <p:cNvCxnSpPr/>
                <p:nvPr/>
              </p:nvCxnSpPr>
              <p:spPr>
                <a:xfrm rot="10800000" flipV="1">
                  <a:off x="5816600" y="1041400"/>
                  <a:ext cx="2019300" cy="12700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0" name="Rectangle 149"/>
              <p:cNvSpPr>
                <a:spLocks noChangeAspect="1"/>
              </p:cNvSpPr>
              <p:nvPr/>
            </p:nvSpPr>
            <p:spPr>
              <a:xfrm>
                <a:off x="2093750" y="7145052"/>
                <a:ext cx="685798" cy="1130300"/>
              </a:xfrm>
              <a:prstGeom prst="rect">
                <a:avLst/>
              </a:prstGeom>
              <a:solidFill>
                <a:srgbClr val="663300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301</a:t>
                </a:r>
              </a:p>
            </p:txBody>
          </p:sp>
          <p:sp>
            <p:nvSpPr>
              <p:cNvPr id="151" name="Rectangle 150"/>
              <p:cNvSpPr>
                <a:spLocks noChangeAspect="1"/>
              </p:cNvSpPr>
              <p:nvPr/>
            </p:nvSpPr>
            <p:spPr>
              <a:xfrm>
                <a:off x="2817648" y="7162801"/>
                <a:ext cx="685798" cy="1130300"/>
              </a:xfrm>
              <a:prstGeom prst="rect">
                <a:avLst/>
              </a:prstGeom>
              <a:solidFill>
                <a:srgbClr val="663300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302</a:t>
                </a:r>
              </a:p>
            </p:txBody>
          </p:sp>
          <p:sp>
            <p:nvSpPr>
              <p:cNvPr id="152" name="Rectangle 151"/>
              <p:cNvSpPr>
                <a:spLocks noChangeAspect="1"/>
              </p:cNvSpPr>
              <p:nvPr/>
            </p:nvSpPr>
            <p:spPr>
              <a:xfrm>
                <a:off x="3554250" y="7162801"/>
                <a:ext cx="685798" cy="1130300"/>
              </a:xfrm>
              <a:prstGeom prst="rect">
                <a:avLst/>
              </a:prstGeom>
              <a:solidFill>
                <a:srgbClr val="663300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 303</a:t>
                </a:r>
              </a:p>
            </p:txBody>
          </p:sp>
          <p:sp>
            <p:nvSpPr>
              <p:cNvPr id="153" name="Rectangle 152"/>
              <p:cNvSpPr>
                <a:spLocks noChangeAspect="1"/>
              </p:cNvSpPr>
              <p:nvPr/>
            </p:nvSpPr>
            <p:spPr>
              <a:xfrm>
                <a:off x="6249392" y="6807199"/>
                <a:ext cx="685798" cy="1130300"/>
              </a:xfrm>
              <a:prstGeom prst="rect">
                <a:avLst/>
              </a:prstGeom>
              <a:solidFill>
                <a:srgbClr val="663300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304</a:t>
                </a:r>
              </a:p>
            </p:txBody>
          </p:sp>
          <p:sp>
            <p:nvSpPr>
              <p:cNvPr id="154" name="Rectangle 153"/>
              <p:cNvSpPr>
                <a:spLocks noChangeAspect="1"/>
              </p:cNvSpPr>
              <p:nvPr/>
            </p:nvSpPr>
            <p:spPr>
              <a:xfrm>
                <a:off x="6960592" y="6807199"/>
                <a:ext cx="685798" cy="1130300"/>
              </a:xfrm>
              <a:prstGeom prst="rect">
                <a:avLst/>
              </a:prstGeom>
              <a:solidFill>
                <a:srgbClr val="663300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305</a:t>
                </a:r>
              </a:p>
            </p:txBody>
          </p:sp>
        </p:grpSp>
        <p:grpSp>
          <p:nvGrpSpPr>
            <p:cNvPr id="160" name="Group 159"/>
            <p:cNvGrpSpPr>
              <a:grpSpLocks noChangeAspect="1"/>
            </p:cNvGrpSpPr>
            <p:nvPr/>
          </p:nvGrpSpPr>
          <p:grpSpPr>
            <a:xfrm>
              <a:off x="7603847" y="2748264"/>
              <a:ext cx="3060000" cy="1557914"/>
              <a:chOff x="0" y="1328420"/>
              <a:chExt cx="12801600" cy="6517564"/>
            </a:xfrm>
          </p:grpSpPr>
          <p:pic>
            <p:nvPicPr>
              <p:cNvPr id="161" name="Picture 2"/>
              <p:cNvPicPr>
                <a:picLocks noChangeAspect="1" noChangeArrowheads="1"/>
              </p:cNvPicPr>
              <p:nvPr/>
            </p:nvPicPr>
            <p:blipFill>
              <a:blip r:embed="rId6"/>
              <a:srcRect t="2760" r="6512" b="16534"/>
              <a:stretch>
                <a:fillRect/>
              </a:stretch>
            </p:blipFill>
            <p:spPr bwMode="auto">
              <a:xfrm>
                <a:off x="0" y="1328420"/>
                <a:ext cx="12801600" cy="65175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62" name="Rectangle 161"/>
              <p:cNvSpPr/>
              <p:nvPr/>
            </p:nvSpPr>
            <p:spPr>
              <a:xfrm>
                <a:off x="11010900" y="4318000"/>
                <a:ext cx="812800" cy="914400"/>
              </a:xfrm>
              <a:prstGeom prst="rect">
                <a:avLst/>
              </a:prstGeom>
              <a:solidFill>
                <a:srgbClr val="0066FF">
                  <a:alpha val="49804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307</a:t>
                </a:r>
              </a:p>
            </p:txBody>
          </p:sp>
          <p:sp>
            <p:nvSpPr>
              <p:cNvPr id="163" name="Rectangle 162"/>
              <p:cNvSpPr/>
              <p:nvPr/>
            </p:nvSpPr>
            <p:spPr>
              <a:xfrm>
                <a:off x="4648200" y="2057400"/>
                <a:ext cx="825500" cy="1079500"/>
              </a:xfrm>
              <a:prstGeom prst="rect">
                <a:avLst/>
              </a:prstGeom>
              <a:solidFill>
                <a:srgbClr val="FF00FF">
                  <a:alpha val="49804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303</a:t>
                </a:r>
              </a:p>
            </p:txBody>
          </p:sp>
          <p:sp>
            <p:nvSpPr>
              <p:cNvPr id="164" name="Rectangle 163"/>
              <p:cNvSpPr/>
              <p:nvPr/>
            </p:nvSpPr>
            <p:spPr>
              <a:xfrm>
                <a:off x="5511800" y="2044700"/>
                <a:ext cx="825500" cy="1079500"/>
              </a:xfrm>
              <a:prstGeom prst="rect">
                <a:avLst/>
              </a:prstGeom>
              <a:solidFill>
                <a:srgbClr val="FF00FF">
                  <a:alpha val="49804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304</a:t>
                </a:r>
              </a:p>
            </p:txBody>
          </p:sp>
          <p:sp>
            <p:nvSpPr>
              <p:cNvPr id="165" name="Rectangle 164"/>
              <p:cNvSpPr/>
              <p:nvPr/>
            </p:nvSpPr>
            <p:spPr>
              <a:xfrm>
                <a:off x="827314" y="3015343"/>
                <a:ext cx="3418115" cy="696686"/>
              </a:xfrm>
              <a:prstGeom prst="rect">
                <a:avLst/>
              </a:prstGeom>
              <a:solidFill>
                <a:srgbClr val="7777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  A   B    C    D   A   B    C   D</a:t>
                </a:r>
              </a:p>
            </p:txBody>
          </p:sp>
          <p:sp>
            <p:nvSpPr>
              <p:cNvPr id="166" name="Rectangle 165"/>
              <p:cNvSpPr/>
              <p:nvPr/>
            </p:nvSpPr>
            <p:spPr>
              <a:xfrm>
                <a:off x="7021286" y="2024743"/>
                <a:ext cx="2536372" cy="696686"/>
              </a:xfrm>
              <a:prstGeom prst="rect">
                <a:avLst/>
              </a:prstGeom>
              <a:solidFill>
                <a:srgbClr val="7777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  A   B    C   A    B   C</a:t>
                </a:r>
              </a:p>
              <a:p>
                <a:r>
                  <a:rPr lang="en-US" sz="250" b="1" dirty="0" err="1">
                    <a:solidFill>
                      <a:schemeClr val="tx1"/>
                    </a:solidFill>
                  </a:rPr>
                  <a:t>Pradipta</a:t>
                </a:r>
                <a:r>
                  <a:rPr lang="en-US" sz="250" b="1" dirty="0">
                    <a:solidFill>
                      <a:schemeClr val="tx1"/>
                    </a:solidFill>
                  </a:rPr>
                  <a:t>, Blank, Blank, </a:t>
                </a:r>
                <a:r>
                  <a:rPr lang="en-US" sz="250" b="1" dirty="0" err="1">
                    <a:solidFill>
                      <a:schemeClr val="tx1"/>
                    </a:solidFill>
                  </a:rPr>
                  <a:t>Emila</a:t>
                </a:r>
                <a:r>
                  <a:rPr lang="en-US" sz="250" b="1" dirty="0">
                    <a:solidFill>
                      <a:schemeClr val="tx1"/>
                    </a:solidFill>
                  </a:rPr>
                  <a:t>, Superb, Abhay</a:t>
                </a:r>
              </a:p>
            </p:txBody>
          </p:sp>
          <p:sp>
            <p:nvSpPr>
              <p:cNvPr id="167" name="Rectangle 166"/>
              <p:cNvSpPr/>
              <p:nvPr/>
            </p:nvSpPr>
            <p:spPr>
              <a:xfrm>
                <a:off x="7043056" y="4572000"/>
                <a:ext cx="3407229" cy="696686"/>
              </a:xfrm>
              <a:prstGeom prst="rect">
                <a:avLst/>
              </a:prstGeom>
              <a:solidFill>
                <a:srgbClr val="7777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  D   C   B    A    D   C   B   A</a:t>
                </a:r>
              </a:p>
              <a:p>
                <a:pPr algn="ctr"/>
                <a:r>
                  <a:rPr lang="en-US" sz="250" b="1" dirty="0">
                    <a:solidFill>
                      <a:schemeClr val="tx1"/>
                    </a:solidFill>
                  </a:rPr>
                  <a:t>Abhijit, Blank, Blank, Haritha, Blank, Praful, Amit, Raghavan</a:t>
                </a:r>
              </a:p>
            </p:txBody>
          </p:sp>
          <p:sp>
            <p:nvSpPr>
              <p:cNvPr id="168" name="Rectangle 167"/>
              <p:cNvSpPr/>
              <p:nvPr/>
            </p:nvSpPr>
            <p:spPr>
              <a:xfrm>
                <a:off x="2906484" y="6966857"/>
                <a:ext cx="1719946" cy="696686"/>
              </a:xfrm>
              <a:prstGeom prst="rect">
                <a:avLst/>
              </a:prstGeom>
              <a:solidFill>
                <a:srgbClr val="7777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</a:rPr>
                  <a:t>D    C    B   A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881743" y="6302829"/>
                <a:ext cx="642258" cy="1317171"/>
              </a:xfrm>
              <a:prstGeom prst="rect">
                <a:avLst/>
              </a:prstGeom>
              <a:solidFill>
                <a:srgbClr val="7777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0" tIns="0" rIns="0" bIns="0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</a:rPr>
                  <a:t>A   B   C</a:t>
                </a:r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822520" y="3701145"/>
                <a:ext cx="3407230" cy="653144"/>
              </a:xfrm>
              <a:prstGeom prst="rect">
                <a:avLst/>
              </a:prstGeom>
              <a:solidFill>
                <a:srgbClr val="FFFF99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301       302</a:t>
                </a:r>
              </a:p>
            </p:txBody>
          </p:sp>
          <p:sp>
            <p:nvSpPr>
              <p:cNvPr id="171" name="Rectangle 170"/>
              <p:cNvSpPr/>
              <p:nvPr/>
            </p:nvSpPr>
            <p:spPr>
              <a:xfrm>
                <a:off x="7032172" y="2721429"/>
                <a:ext cx="2525485" cy="653143"/>
              </a:xfrm>
              <a:prstGeom prst="rect">
                <a:avLst/>
              </a:prstGeom>
              <a:solidFill>
                <a:srgbClr val="FFFF99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305   306</a:t>
                </a:r>
                <a:endParaRPr 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2" name="Rectangle 171"/>
              <p:cNvSpPr/>
              <p:nvPr/>
            </p:nvSpPr>
            <p:spPr>
              <a:xfrm>
                <a:off x="7043058" y="3886200"/>
                <a:ext cx="3396342" cy="653143"/>
              </a:xfrm>
              <a:prstGeom prst="rect">
                <a:avLst/>
              </a:prstGeom>
              <a:solidFill>
                <a:srgbClr val="FFFF99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308       309</a:t>
                </a:r>
                <a:endParaRPr 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3" name="Rectangle 172"/>
              <p:cNvSpPr/>
              <p:nvPr/>
            </p:nvSpPr>
            <p:spPr>
              <a:xfrm>
                <a:off x="2895600" y="6313715"/>
                <a:ext cx="1698171" cy="653143"/>
              </a:xfrm>
              <a:prstGeom prst="rect">
                <a:avLst/>
              </a:prstGeom>
              <a:solidFill>
                <a:srgbClr val="FFFF99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310</a:t>
                </a:r>
              </a:p>
            </p:txBody>
          </p:sp>
          <p:sp>
            <p:nvSpPr>
              <p:cNvPr id="174" name="Rectangle 173"/>
              <p:cNvSpPr/>
              <p:nvPr/>
            </p:nvSpPr>
            <p:spPr>
              <a:xfrm>
                <a:off x="1534887" y="4876800"/>
                <a:ext cx="664028" cy="2732315"/>
              </a:xfrm>
              <a:prstGeom prst="rect">
                <a:avLst/>
              </a:prstGeom>
              <a:solidFill>
                <a:srgbClr val="FFFF99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0" tIns="0" rIns="0" bIns="0" rtlCol="0" anchor="t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311</a:t>
                </a:r>
              </a:p>
            </p:txBody>
          </p:sp>
          <p:sp>
            <p:nvSpPr>
              <p:cNvPr id="175" name="Rectangle 174"/>
              <p:cNvSpPr/>
              <p:nvPr/>
            </p:nvSpPr>
            <p:spPr>
              <a:xfrm>
                <a:off x="881743" y="4876801"/>
                <a:ext cx="631371" cy="1393370"/>
              </a:xfrm>
              <a:prstGeom prst="rect">
                <a:avLst/>
              </a:prstGeom>
              <a:solidFill>
                <a:srgbClr val="FFFF99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6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6" name="Group 185"/>
            <p:cNvGrpSpPr>
              <a:grpSpLocks noChangeAspect="1"/>
            </p:cNvGrpSpPr>
            <p:nvPr/>
          </p:nvGrpSpPr>
          <p:grpSpPr>
            <a:xfrm>
              <a:off x="7624924" y="4855834"/>
              <a:ext cx="4500000" cy="1494121"/>
              <a:chOff x="0" y="2042160"/>
              <a:chExt cx="12801600" cy="4250476"/>
            </a:xfrm>
          </p:grpSpPr>
          <p:pic>
            <p:nvPicPr>
              <p:cNvPr id="187" name="Picture 2"/>
              <p:cNvPicPr>
                <a:picLocks noChangeAspect="1" noChangeArrowheads="1"/>
              </p:cNvPicPr>
              <p:nvPr/>
            </p:nvPicPr>
            <p:blipFill>
              <a:blip r:embed="rId7"/>
              <a:srcRect l="3152" t="5253" r="9010" b="16510"/>
              <a:stretch>
                <a:fillRect/>
              </a:stretch>
            </p:blipFill>
            <p:spPr bwMode="auto">
              <a:xfrm>
                <a:off x="0" y="2042160"/>
                <a:ext cx="12801600" cy="42504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88" name="Rectangle 187"/>
              <p:cNvSpPr/>
              <p:nvPr/>
            </p:nvSpPr>
            <p:spPr>
              <a:xfrm>
                <a:off x="1740765" y="2311400"/>
                <a:ext cx="596034" cy="889000"/>
              </a:xfrm>
              <a:prstGeom prst="rect">
                <a:avLst/>
              </a:prstGeom>
              <a:solidFill>
                <a:srgbClr val="663300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305</a:t>
                </a:r>
              </a:p>
            </p:txBody>
          </p:sp>
          <p:sp>
            <p:nvSpPr>
              <p:cNvPr id="189" name="Rectangle 188"/>
              <p:cNvSpPr/>
              <p:nvPr/>
            </p:nvSpPr>
            <p:spPr>
              <a:xfrm>
                <a:off x="2336800" y="2298700"/>
                <a:ext cx="596900" cy="889000"/>
              </a:xfrm>
              <a:prstGeom prst="rect">
                <a:avLst/>
              </a:prstGeom>
              <a:solidFill>
                <a:srgbClr val="663300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306</a:t>
                </a:r>
              </a:p>
            </p:txBody>
          </p:sp>
          <p:sp>
            <p:nvSpPr>
              <p:cNvPr id="190" name="Rectangle 189"/>
              <p:cNvSpPr/>
              <p:nvPr/>
            </p:nvSpPr>
            <p:spPr>
              <a:xfrm>
                <a:off x="381000" y="2286000"/>
                <a:ext cx="901700" cy="584200"/>
              </a:xfrm>
              <a:prstGeom prst="rect">
                <a:avLst/>
              </a:prstGeom>
              <a:solidFill>
                <a:srgbClr val="663300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304</a:t>
                </a:r>
              </a:p>
            </p:txBody>
          </p:sp>
          <p:sp>
            <p:nvSpPr>
              <p:cNvPr id="191" name="Rectangle 190"/>
              <p:cNvSpPr/>
              <p:nvPr/>
            </p:nvSpPr>
            <p:spPr>
              <a:xfrm>
                <a:off x="381000" y="2882900"/>
                <a:ext cx="901700" cy="584200"/>
              </a:xfrm>
              <a:prstGeom prst="rect">
                <a:avLst/>
              </a:prstGeom>
              <a:solidFill>
                <a:srgbClr val="663300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303</a:t>
                </a:r>
              </a:p>
            </p:txBody>
          </p:sp>
          <p:sp>
            <p:nvSpPr>
              <p:cNvPr id="192" name="Rectangle 191"/>
              <p:cNvSpPr/>
              <p:nvPr/>
            </p:nvSpPr>
            <p:spPr>
              <a:xfrm>
                <a:off x="381000" y="3479800"/>
                <a:ext cx="901700" cy="584200"/>
              </a:xfrm>
              <a:prstGeom prst="rect">
                <a:avLst/>
              </a:prstGeom>
              <a:solidFill>
                <a:srgbClr val="663300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302</a:t>
                </a:r>
              </a:p>
            </p:txBody>
          </p:sp>
          <p:sp>
            <p:nvSpPr>
              <p:cNvPr id="193" name="Rectangle 192"/>
              <p:cNvSpPr/>
              <p:nvPr/>
            </p:nvSpPr>
            <p:spPr>
              <a:xfrm>
                <a:off x="380052" y="4076700"/>
                <a:ext cx="901700" cy="685800"/>
              </a:xfrm>
              <a:prstGeom prst="rect">
                <a:avLst/>
              </a:prstGeom>
              <a:solidFill>
                <a:srgbClr val="663300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301</a:t>
                </a:r>
              </a:p>
            </p:txBody>
          </p:sp>
          <p:sp>
            <p:nvSpPr>
              <p:cNvPr id="194" name="Rectangle 193"/>
              <p:cNvSpPr/>
              <p:nvPr/>
            </p:nvSpPr>
            <p:spPr>
              <a:xfrm>
                <a:off x="1155699" y="5575300"/>
                <a:ext cx="2374901" cy="446316"/>
              </a:xfrm>
              <a:prstGeom prst="rect">
                <a:avLst/>
              </a:prstGeom>
              <a:solidFill>
                <a:srgbClr val="7777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600">
                  <a:solidFill>
                    <a:schemeClr val="tx1"/>
                  </a:solidFill>
                </a:endParaRPr>
              </a:p>
            </p:txBody>
          </p:sp>
          <p:sp>
            <p:nvSpPr>
              <p:cNvPr id="195" name="Rectangle 194"/>
              <p:cNvSpPr/>
              <p:nvPr/>
            </p:nvSpPr>
            <p:spPr>
              <a:xfrm>
                <a:off x="1166584" y="5105401"/>
                <a:ext cx="1192348" cy="482600"/>
              </a:xfrm>
              <a:prstGeom prst="rect">
                <a:avLst/>
              </a:prstGeom>
              <a:solidFill>
                <a:srgbClr val="FFFF99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327</a:t>
                </a:r>
              </a:p>
            </p:txBody>
          </p:sp>
          <p:sp>
            <p:nvSpPr>
              <p:cNvPr id="196" name="Rectangle 195"/>
              <p:cNvSpPr/>
              <p:nvPr/>
            </p:nvSpPr>
            <p:spPr>
              <a:xfrm>
                <a:off x="4581071" y="3844473"/>
                <a:ext cx="566057" cy="947057"/>
              </a:xfrm>
              <a:prstGeom prst="rect">
                <a:avLst/>
              </a:prstGeom>
              <a:solidFill>
                <a:srgbClr val="296961">
                  <a:alpha val="4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309</a:t>
                </a:r>
              </a:p>
            </p:txBody>
          </p:sp>
          <p:sp>
            <p:nvSpPr>
              <p:cNvPr id="197" name="Rectangle 196"/>
              <p:cNvSpPr/>
              <p:nvPr/>
            </p:nvSpPr>
            <p:spPr>
              <a:xfrm>
                <a:off x="5179785" y="3833587"/>
                <a:ext cx="566057" cy="947057"/>
              </a:xfrm>
              <a:prstGeom prst="rect">
                <a:avLst/>
              </a:prstGeom>
              <a:solidFill>
                <a:srgbClr val="296961">
                  <a:alpha val="4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310</a:t>
                </a:r>
              </a:p>
            </p:txBody>
          </p:sp>
          <p:sp>
            <p:nvSpPr>
              <p:cNvPr id="198" name="Rectangle 197"/>
              <p:cNvSpPr/>
              <p:nvPr/>
            </p:nvSpPr>
            <p:spPr>
              <a:xfrm>
                <a:off x="5767614" y="3844472"/>
                <a:ext cx="566057" cy="947057"/>
              </a:xfrm>
              <a:prstGeom prst="rect">
                <a:avLst/>
              </a:prstGeom>
              <a:solidFill>
                <a:srgbClr val="296961">
                  <a:alpha val="4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311</a:t>
                </a:r>
              </a:p>
            </p:txBody>
          </p:sp>
          <p:sp>
            <p:nvSpPr>
              <p:cNvPr id="199" name="Rectangle 198"/>
              <p:cNvSpPr/>
              <p:nvPr/>
            </p:nvSpPr>
            <p:spPr>
              <a:xfrm>
                <a:off x="6351814" y="3844472"/>
                <a:ext cx="566057" cy="947057"/>
              </a:xfrm>
              <a:prstGeom prst="rect">
                <a:avLst/>
              </a:prstGeom>
              <a:solidFill>
                <a:srgbClr val="296961">
                  <a:alpha val="4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312</a:t>
                </a:r>
              </a:p>
            </p:txBody>
          </p:sp>
          <p:sp>
            <p:nvSpPr>
              <p:cNvPr id="200" name="Rectangle 199"/>
              <p:cNvSpPr/>
              <p:nvPr/>
            </p:nvSpPr>
            <p:spPr>
              <a:xfrm>
                <a:off x="7616371" y="3501573"/>
                <a:ext cx="566057" cy="947057"/>
              </a:xfrm>
              <a:prstGeom prst="rect">
                <a:avLst/>
              </a:prstGeom>
              <a:solidFill>
                <a:srgbClr val="296961">
                  <a:alpha val="4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313</a:t>
                </a:r>
              </a:p>
            </p:txBody>
          </p:sp>
          <p:sp>
            <p:nvSpPr>
              <p:cNvPr id="201" name="Rectangle 200"/>
              <p:cNvSpPr/>
              <p:nvPr/>
            </p:nvSpPr>
            <p:spPr>
              <a:xfrm>
                <a:off x="8215085" y="3490687"/>
                <a:ext cx="566057" cy="947057"/>
              </a:xfrm>
              <a:prstGeom prst="rect">
                <a:avLst/>
              </a:prstGeom>
              <a:solidFill>
                <a:srgbClr val="296961">
                  <a:alpha val="4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314</a:t>
                </a:r>
              </a:p>
            </p:txBody>
          </p:sp>
          <p:sp>
            <p:nvSpPr>
              <p:cNvPr id="202" name="Rectangle 201"/>
              <p:cNvSpPr/>
              <p:nvPr/>
            </p:nvSpPr>
            <p:spPr>
              <a:xfrm>
                <a:off x="8802914" y="3501572"/>
                <a:ext cx="566057" cy="947057"/>
              </a:xfrm>
              <a:prstGeom prst="rect">
                <a:avLst/>
              </a:prstGeom>
              <a:solidFill>
                <a:srgbClr val="296961">
                  <a:alpha val="4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315</a:t>
                </a:r>
              </a:p>
            </p:txBody>
          </p:sp>
          <p:sp>
            <p:nvSpPr>
              <p:cNvPr id="203" name="Rectangle 202"/>
              <p:cNvSpPr/>
              <p:nvPr/>
            </p:nvSpPr>
            <p:spPr>
              <a:xfrm>
                <a:off x="9387114" y="3501572"/>
                <a:ext cx="566057" cy="947057"/>
              </a:xfrm>
              <a:prstGeom prst="rect">
                <a:avLst/>
              </a:prstGeom>
              <a:solidFill>
                <a:srgbClr val="296961">
                  <a:alpha val="4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316</a:t>
                </a:r>
              </a:p>
            </p:txBody>
          </p:sp>
          <p:sp>
            <p:nvSpPr>
              <p:cNvPr id="204" name="Rectangle 203"/>
              <p:cNvSpPr/>
              <p:nvPr/>
            </p:nvSpPr>
            <p:spPr>
              <a:xfrm>
                <a:off x="9996714" y="3488872"/>
                <a:ext cx="566057" cy="947057"/>
              </a:xfrm>
              <a:prstGeom prst="rect">
                <a:avLst/>
              </a:prstGeom>
              <a:solidFill>
                <a:srgbClr val="296961">
                  <a:alpha val="4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317</a:t>
                </a:r>
              </a:p>
            </p:txBody>
          </p:sp>
          <p:sp>
            <p:nvSpPr>
              <p:cNvPr id="205" name="Rectangle 204"/>
              <p:cNvSpPr/>
              <p:nvPr/>
            </p:nvSpPr>
            <p:spPr>
              <a:xfrm>
                <a:off x="5181599" y="5600700"/>
                <a:ext cx="1714501" cy="446316"/>
              </a:xfrm>
              <a:prstGeom prst="rect">
                <a:avLst/>
              </a:prstGeom>
              <a:solidFill>
                <a:srgbClr val="7777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600">
                  <a:solidFill>
                    <a:schemeClr val="tx1"/>
                  </a:solidFill>
                </a:endParaRPr>
              </a:p>
            </p:txBody>
          </p:sp>
          <p:sp>
            <p:nvSpPr>
              <p:cNvPr id="206" name="Rectangle 205"/>
              <p:cNvSpPr/>
              <p:nvPr/>
            </p:nvSpPr>
            <p:spPr>
              <a:xfrm>
                <a:off x="5167085" y="5105401"/>
                <a:ext cx="870530" cy="482600"/>
              </a:xfrm>
              <a:prstGeom prst="rect">
                <a:avLst/>
              </a:prstGeom>
              <a:solidFill>
                <a:srgbClr val="FFFF99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324</a:t>
                </a:r>
              </a:p>
            </p:txBody>
          </p:sp>
          <p:sp>
            <p:nvSpPr>
              <p:cNvPr id="207" name="Rectangle 206"/>
              <p:cNvSpPr/>
              <p:nvPr/>
            </p:nvSpPr>
            <p:spPr>
              <a:xfrm>
                <a:off x="8242302" y="5245100"/>
                <a:ext cx="1167540" cy="446316"/>
              </a:xfrm>
              <a:prstGeom prst="rect">
                <a:avLst/>
              </a:prstGeom>
              <a:solidFill>
                <a:srgbClr val="7777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600">
                  <a:solidFill>
                    <a:schemeClr val="tx1"/>
                  </a:solidFill>
                </a:endParaRPr>
              </a:p>
            </p:txBody>
          </p:sp>
          <p:sp>
            <p:nvSpPr>
              <p:cNvPr id="208" name="Rectangle 207"/>
              <p:cNvSpPr/>
              <p:nvPr/>
            </p:nvSpPr>
            <p:spPr>
              <a:xfrm>
                <a:off x="8227785" y="4749799"/>
                <a:ext cx="1182055" cy="482600"/>
              </a:xfrm>
              <a:prstGeom prst="rect">
                <a:avLst/>
              </a:prstGeom>
              <a:solidFill>
                <a:srgbClr val="FFFF99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322</a:t>
                </a:r>
              </a:p>
            </p:txBody>
          </p:sp>
          <p:sp>
            <p:nvSpPr>
              <p:cNvPr id="209" name="Rectangle 208"/>
              <p:cNvSpPr/>
              <p:nvPr/>
            </p:nvSpPr>
            <p:spPr>
              <a:xfrm>
                <a:off x="11190514" y="3260272"/>
                <a:ext cx="566057" cy="947057"/>
              </a:xfrm>
              <a:prstGeom prst="rect">
                <a:avLst/>
              </a:prstGeom>
              <a:solidFill>
                <a:srgbClr val="296961">
                  <a:alpha val="4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318</a:t>
                </a:r>
              </a:p>
            </p:txBody>
          </p:sp>
          <p:sp>
            <p:nvSpPr>
              <p:cNvPr id="210" name="Rectangle 209"/>
              <p:cNvSpPr/>
              <p:nvPr/>
            </p:nvSpPr>
            <p:spPr>
              <a:xfrm>
                <a:off x="11774715" y="3260272"/>
                <a:ext cx="566057" cy="947058"/>
              </a:xfrm>
              <a:prstGeom prst="rect">
                <a:avLst/>
              </a:prstGeom>
              <a:solidFill>
                <a:srgbClr val="296961">
                  <a:alpha val="4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319</a:t>
                </a:r>
              </a:p>
            </p:txBody>
          </p:sp>
          <p:sp>
            <p:nvSpPr>
              <p:cNvPr id="211" name="Rectangle 210"/>
              <p:cNvSpPr/>
              <p:nvPr/>
            </p:nvSpPr>
            <p:spPr>
              <a:xfrm>
                <a:off x="11766852" y="5046737"/>
                <a:ext cx="563034" cy="651935"/>
              </a:xfrm>
              <a:prstGeom prst="rect">
                <a:avLst/>
              </a:prstGeom>
              <a:solidFill>
                <a:srgbClr val="0066FF">
                  <a:alpha val="49804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320</a:t>
                </a:r>
              </a:p>
            </p:txBody>
          </p:sp>
          <p:sp>
            <p:nvSpPr>
              <p:cNvPr id="212" name="Rectangle 211"/>
              <p:cNvSpPr/>
              <p:nvPr/>
            </p:nvSpPr>
            <p:spPr>
              <a:xfrm>
                <a:off x="4566558" y="5105400"/>
                <a:ext cx="566057" cy="947057"/>
              </a:xfrm>
              <a:prstGeom prst="rect">
                <a:avLst/>
              </a:prstGeom>
              <a:solidFill>
                <a:srgbClr val="FFC000">
                  <a:alpha val="4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325</a:t>
                </a:r>
              </a:p>
            </p:txBody>
          </p:sp>
          <p:sp>
            <p:nvSpPr>
              <p:cNvPr id="213" name="Rectangle 212"/>
              <p:cNvSpPr/>
              <p:nvPr/>
            </p:nvSpPr>
            <p:spPr>
              <a:xfrm>
                <a:off x="2933700" y="4064000"/>
                <a:ext cx="431800" cy="330200"/>
              </a:xfrm>
              <a:prstGeom prst="rect">
                <a:avLst/>
              </a:prstGeom>
              <a:solidFill>
                <a:srgbClr val="DE2A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307</a:t>
                </a:r>
              </a:p>
            </p:txBody>
          </p:sp>
          <p:sp>
            <p:nvSpPr>
              <p:cNvPr id="214" name="Rectangle 213"/>
              <p:cNvSpPr/>
              <p:nvPr/>
            </p:nvSpPr>
            <p:spPr>
              <a:xfrm>
                <a:off x="2946400" y="4445000"/>
                <a:ext cx="431800" cy="330200"/>
              </a:xfrm>
              <a:prstGeom prst="rect">
                <a:avLst/>
              </a:prstGeom>
              <a:solidFill>
                <a:srgbClr val="DE2A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308</a:t>
                </a:r>
              </a:p>
            </p:txBody>
          </p:sp>
        </p:grpSp>
        <p:grpSp>
          <p:nvGrpSpPr>
            <p:cNvPr id="176" name="Group 175"/>
            <p:cNvGrpSpPr>
              <a:grpSpLocks noChangeAspect="1"/>
            </p:cNvGrpSpPr>
            <p:nvPr/>
          </p:nvGrpSpPr>
          <p:grpSpPr>
            <a:xfrm>
              <a:off x="8809031" y="3936383"/>
              <a:ext cx="3132000" cy="1289210"/>
              <a:chOff x="0" y="1714501"/>
              <a:chExt cx="12801600" cy="5269460"/>
            </a:xfrm>
          </p:grpSpPr>
          <p:pic>
            <p:nvPicPr>
              <p:cNvPr id="177" name="Picture 2"/>
              <p:cNvPicPr>
                <a:picLocks noChangeAspect="1" noChangeArrowheads="1"/>
              </p:cNvPicPr>
              <p:nvPr/>
            </p:nvPicPr>
            <p:blipFill>
              <a:blip r:embed="rId8"/>
              <a:srcRect l="2380" t="7020" r="6436" b="28879"/>
              <a:stretch>
                <a:fillRect/>
              </a:stretch>
            </p:blipFill>
            <p:spPr bwMode="auto">
              <a:xfrm>
                <a:off x="0" y="1714501"/>
                <a:ext cx="12801600" cy="52694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78" name="Rectangle 177"/>
              <p:cNvSpPr/>
              <p:nvPr/>
            </p:nvSpPr>
            <p:spPr>
              <a:xfrm>
                <a:off x="9956798" y="5072742"/>
                <a:ext cx="830945" cy="674915"/>
              </a:xfrm>
              <a:prstGeom prst="rect">
                <a:avLst/>
              </a:prstGeom>
              <a:solidFill>
                <a:srgbClr val="00FFFF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600">
                  <a:solidFill>
                    <a:schemeClr val="tx1"/>
                  </a:solidFill>
                </a:endParaRPr>
              </a:p>
            </p:txBody>
          </p:sp>
          <p:sp>
            <p:nvSpPr>
              <p:cNvPr id="179" name="Rectangle 178"/>
              <p:cNvSpPr/>
              <p:nvPr/>
            </p:nvSpPr>
            <p:spPr>
              <a:xfrm>
                <a:off x="6411685" y="2514600"/>
                <a:ext cx="2645229" cy="696686"/>
              </a:xfrm>
              <a:prstGeom prst="rect">
                <a:avLst/>
              </a:prstGeom>
              <a:solidFill>
                <a:srgbClr val="7777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600">
                  <a:solidFill>
                    <a:schemeClr val="tx1"/>
                  </a:solidFill>
                </a:endParaRPr>
              </a:p>
            </p:txBody>
          </p:sp>
          <p:sp>
            <p:nvSpPr>
              <p:cNvPr id="180" name="Rectangle 179"/>
              <p:cNvSpPr/>
              <p:nvPr/>
            </p:nvSpPr>
            <p:spPr>
              <a:xfrm>
                <a:off x="6433456" y="5061857"/>
                <a:ext cx="3494316" cy="696686"/>
              </a:xfrm>
              <a:prstGeom prst="rect">
                <a:avLst/>
              </a:prstGeom>
              <a:solidFill>
                <a:srgbClr val="7777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1" name="Rectangle 180"/>
              <p:cNvSpPr/>
              <p:nvPr/>
            </p:nvSpPr>
            <p:spPr>
              <a:xfrm>
                <a:off x="6422572" y="3211286"/>
                <a:ext cx="2634343" cy="653143"/>
              </a:xfrm>
              <a:prstGeom prst="rect">
                <a:avLst/>
              </a:prstGeom>
              <a:solidFill>
                <a:srgbClr val="FFFF99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2" name="Rectangle 181"/>
              <p:cNvSpPr/>
              <p:nvPr/>
            </p:nvSpPr>
            <p:spPr>
              <a:xfrm>
                <a:off x="6444341" y="4397829"/>
                <a:ext cx="3494315" cy="653143"/>
              </a:xfrm>
              <a:prstGeom prst="rect">
                <a:avLst/>
              </a:prstGeom>
              <a:solidFill>
                <a:srgbClr val="FFFF99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600">
                  <a:solidFill>
                    <a:schemeClr val="tx1"/>
                  </a:solidFill>
                </a:endParaRPr>
              </a:p>
            </p:txBody>
          </p:sp>
          <p:sp>
            <p:nvSpPr>
              <p:cNvPr id="183" name="Rectangle 182"/>
              <p:cNvSpPr/>
              <p:nvPr/>
            </p:nvSpPr>
            <p:spPr>
              <a:xfrm>
                <a:off x="514216" y="4902199"/>
                <a:ext cx="897467" cy="482600"/>
              </a:xfrm>
              <a:prstGeom prst="rect">
                <a:avLst/>
              </a:prstGeom>
              <a:solidFill>
                <a:srgbClr val="FFC000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600">
                  <a:solidFill>
                    <a:schemeClr val="tx1"/>
                  </a:solidFill>
                </a:endParaRPr>
              </a:p>
            </p:txBody>
          </p:sp>
          <p:sp>
            <p:nvSpPr>
              <p:cNvPr id="184" name="Rectangle 183"/>
              <p:cNvSpPr/>
              <p:nvPr/>
            </p:nvSpPr>
            <p:spPr>
              <a:xfrm>
                <a:off x="524933" y="5418666"/>
                <a:ext cx="897467" cy="482600"/>
              </a:xfrm>
              <a:prstGeom prst="rect">
                <a:avLst/>
              </a:prstGeom>
              <a:solidFill>
                <a:srgbClr val="FFC000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60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Rectangle 184"/>
              <p:cNvSpPr/>
              <p:nvPr/>
            </p:nvSpPr>
            <p:spPr>
              <a:xfrm>
                <a:off x="529166" y="3429000"/>
                <a:ext cx="867833" cy="939800"/>
              </a:xfrm>
              <a:prstGeom prst="rect">
                <a:avLst/>
              </a:prstGeom>
              <a:solidFill>
                <a:srgbClr val="0066FF">
                  <a:alpha val="49804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600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83" name="Picture 82"/>
          <p:cNvPicPr>
            <a:picLocks noChangeAspect="1"/>
          </p:cNvPicPr>
          <p:nvPr/>
        </p:nvPicPr>
        <p:blipFill rotWithShape="1">
          <a:blip r:embed="rId9"/>
          <a:srcRect l="36665" t="28393" r="33289" b="26196"/>
          <a:stretch>
            <a:fillRect/>
          </a:stretch>
        </p:blipFill>
        <p:spPr>
          <a:xfrm>
            <a:off x="313673" y="4309075"/>
            <a:ext cx="2045973" cy="173938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2358300" y="2453075"/>
            <a:ext cx="63511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AB3</a:t>
            </a:r>
          </a:p>
        </p:txBody>
      </p:sp>
      <p:sp>
        <p:nvSpPr>
          <p:cNvPr id="4" name="Rectangle 3"/>
          <p:cNvSpPr/>
          <p:nvPr/>
        </p:nvSpPr>
        <p:spPr>
          <a:xfrm>
            <a:off x="2686296" y="3503568"/>
            <a:ext cx="982773" cy="199190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400" dirty="0" err="1"/>
              <a:t>RnD</a:t>
            </a:r>
            <a:r>
              <a:rPr lang="en-IN" sz="400" dirty="0"/>
              <a:t>, FA, GA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973072" y="3929642"/>
            <a:ext cx="695996" cy="29240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Directorate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686296" y="3929642"/>
            <a:ext cx="271530" cy="29240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700" dirty="0"/>
              <a:t>303</a:t>
            </a:r>
          </a:p>
          <a:p>
            <a:pPr algn="ctr"/>
            <a:r>
              <a:rPr lang="en-IN" sz="700" dirty="0"/>
              <a:t>Board</a:t>
            </a:r>
          </a:p>
          <a:p>
            <a:pPr algn="ctr"/>
            <a:r>
              <a:rPr lang="en-IN" sz="700" dirty="0"/>
              <a:t>Room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774224" y="3929642"/>
            <a:ext cx="545683" cy="29240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700" dirty="0"/>
              <a:t>305</a:t>
            </a:r>
          </a:p>
          <a:p>
            <a:pPr algn="ctr"/>
            <a:r>
              <a:rPr lang="en-IN" sz="700" dirty="0"/>
              <a:t>Meeting</a:t>
            </a:r>
          </a:p>
          <a:p>
            <a:pPr algn="ctr"/>
            <a:r>
              <a:rPr lang="en-IN" sz="700" dirty="0"/>
              <a:t>Room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342745" y="3929642"/>
            <a:ext cx="313042" cy="29240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700" dirty="0"/>
              <a:t>Lounge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181506" y="3503568"/>
            <a:ext cx="264498" cy="196564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400" dirty="0"/>
              <a:t>Inst. Adv.</a:t>
            </a:r>
          </a:p>
        </p:txBody>
      </p:sp>
      <p:sp>
        <p:nvSpPr>
          <p:cNvPr id="92" name="Rectangle 91"/>
          <p:cNvSpPr/>
          <p:nvPr/>
        </p:nvSpPr>
        <p:spPr>
          <a:xfrm rot="2692454">
            <a:off x="1469065" y="3178939"/>
            <a:ext cx="138051" cy="360887"/>
          </a:xfrm>
          <a:prstGeom prst="rect">
            <a:avLst/>
          </a:prstGeom>
          <a:solidFill>
            <a:srgbClr val="00B0F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IN" sz="630" dirty="0">
                <a:solidFill>
                  <a:schemeClr val="tx1"/>
                </a:solidFill>
              </a:rPr>
              <a:t>Lounge</a:t>
            </a:r>
          </a:p>
        </p:txBody>
      </p:sp>
      <p:sp>
        <p:nvSpPr>
          <p:cNvPr id="7" name="Freeform: Shape 6"/>
          <p:cNvSpPr/>
          <p:nvPr/>
        </p:nvSpPr>
        <p:spPr>
          <a:xfrm>
            <a:off x="1313636" y="3864391"/>
            <a:ext cx="193332" cy="352832"/>
          </a:xfrm>
          <a:custGeom>
            <a:avLst/>
            <a:gdLst>
              <a:gd name="connsiteX0" fmla="*/ 188119 w 190500"/>
              <a:gd name="connsiteY0" fmla="*/ 61913 h 347663"/>
              <a:gd name="connsiteX1" fmla="*/ 121444 w 190500"/>
              <a:gd name="connsiteY1" fmla="*/ 0 h 347663"/>
              <a:gd name="connsiteX2" fmla="*/ 0 w 190500"/>
              <a:gd name="connsiteY2" fmla="*/ 116682 h 347663"/>
              <a:gd name="connsiteX3" fmla="*/ 100013 w 190500"/>
              <a:gd name="connsiteY3" fmla="*/ 219075 h 347663"/>
              <a:gd name="connsiteX4" fmla="*/ 14288 w 190500"/>
              <a:gd name="connsiteY4" fmla="*/ 304800 h 347663"/>
              <a:gd name="connsiteX5" fmla="*/ 54769 w 190500"/>
              <a:gd name="connsiteY5" fmla="*/ 347663 h 347663"/>
              <a:gd name="connsiteX6" fmla="*/ 190500 w 190500"/>
              <a:gd name="connsiteY6" fmla="*/ 221457 h 347663"/>
              <a:gd name="connsiteX7" fmla="*/ 188119 w 190500"/>
              <a:gd name="connsiteY7" fmla="*/ 61913 h 347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500" h="347663">
                <a:moveTo>
                  <a:pt x="188119" y="61913"/>
                </a:moveTo>
                <a:lnTo>
                  <a:pt x="121444" y="0"/>
                </a:lnTo>
                <a:lnTo>
                  <a:pt x="0" y="116682"/>
                </a:lnTo>
                <a:lnTo>
                  <a:pt x="100013" y="219075"/>
                </a:lnTo>
                <a:lnTo>
                  <a:pt x="14288" y="304800"/>
                </a:lnTo>
                <a:lnTo>
                  <a:pt x="54769" y="347663"/>
                </a:lnTo>
                <a:lnTo>
                  <a:pt x="190500" y="221457"/>
                </a:lnTo>
                <a:cubicBezTo>
                  <a:pt x="189706" y="168276"/>
                  <a:pt x="188913" y="115094"/>
                  <a:pt x="188119" y="61913"/>
                </a:cubicBezTo>
                <a:close/>
              </a:path>
            </a:pathLst>
          </a:cu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400" dirty="0"/>
              <a:t>   GA</a:t>
            </a:r>
          </a:p>
        </p:txBody>
      </p:sp>
      <p:sp>
        <p:nvSpPr>
          <p:cNvPr id="96" name="Rectangle 95"/>
          <p:cNvSpPr/>
          <p:nvPr/>
        </p:nvSpPr>
        <p:spPr>
          <a:xfrm rot="2692454">
            <a:off x="1212686" y="3745365"/>
            <a:ext cx="118164" cy="164218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400" dirty="0"/>
              <a:t>C</a:t>
            </a:r>
            <a:r>
              <a:rPr lang="en-IN" sz="400" dirty="0"/>
              <a:t>D</a:t>
            </a:r>
          </a:p>
        </p:txBody>
      </p:sp>
      <p:sp>
        <p:nvSpPr>
          <p:cNvPr id="97" name="Rectangle 96"/>
          <p:cNvSpPr/>
          <p:nvPr/>
        </p:nvSpPr>
        <p:spPr>
          <a:xfrm rot="2692454">
            <a:off x="1119653" y="3621737"/>
            <a:ext cx="73683" cy="168629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400" dirty="0"/>
          </a:p>
        </p:txBody>
      </p:sp>
      <p:sp>
        <p:nvSpPr>
          <p:cNvPr id="98" name="Rectangle 97"/>
          <p:cNvSpPr/>
          <p:nvPr/>
        </p:nvSpPr>
        <p:spPr>
          <a:xfrm rot="2692454">
            <a:off x="1234040" y="4021523"/>
            <a:ext cx="151235" cy="90447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400" dirty="0"/>
              <a:t>AR:GA</a:t>
            </a:r>
            <a:endParaRPr lang="en-IN" sz="400" dirty="0"/>
          </a:p>
        </p:txBody>
      </p:sp>
      <p:sp>
        <p:nvSpPr>
          <p:cNvPr id="99" name="Rectangle 98"/>
          <p:cNvSpPr/>
          <p:nvPr/>
        </p:nvSpPr>
        <p:spPr>
          <a:xfrm rot="2692454">
            <a:off x="1101323" y="3897808"/>
            <a:ext cx="164417" cy="90447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dirty="0"/>
              <a:t>D:GA</a:t>
            </a:r>
            <a:endParaRPr lang="en-IN" sz="500" dirty="0"/>
          </a:p>
        </p:txBody>
      </p:sp>
      <p:sp>
        <p:nvSpPr>
          <p:cNvPr id="100" name="Rectangle 99"/>
          <p:cNvSpPr/>
          <p:nvPr/>
        </p:nvSpPr>
        <p:spPr>
          <a:xfrm rot="2692454">
            <a:off x="1007006" y="3780929"/>
            <a:ext cx="120430" cy="10171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400" dirty="0"/>
              <a:t>D:CD</a:t>
            </a:r>
            <a:endParaRPr lang="en-IN" sz="400" dirty="0"/>
          </a:p>
        </p:txBody>
      </p:sp>
      <p:sp>
        <p:nvSpPr>
          <p:cNvPr id="101" name="Rectangle 100"/>
          <p:cNvSpPr/>
          <p:nvPr/>
        </p:nvSpPr>
        <p:spPr>
          <a:xfrm>
            <a:off x="1824011" y="3494735"/>
            <a:ext cx="296289" cy="196564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400" dirty="0"/>
              <a:t>Research Park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709091" y="4732727"/>
            <a:ext cx="470778" cy="3877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60205" y="4462907"/>
            <a:ext cx="966269" cy="279155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/>
              <a:t>HSS/Chem</a:t>
            </a:r>
            <a:endParaRPr lang="en-IN" sz="1400" dirty="0"/>
          </a:p>
        </p:txBody>
      </p:sp>
      <p:sp>
        <p:nvSpPr>
          <p:cNvPr id="117" name="Rectangle 116"/>
          <p:cNvSpPr/>
          <p:nvPr/>
        </p:nvSpPr>
        <p:spPr>
          <a:xfrm>
            <a:off x="860204" y="5126652"/>
            <a:ext cx="966269" cy="279155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ME Chem</a:t>
            </a:r>
            <a:endParaRPr lang="en-IN" dirty="0"/>
          </a:p>
        </p:txBody>
      </p:sp>
      <p:sp>
        <p:nvSpPr>
          <p:cNvPr id="118" name="Rectangle 117"/>
          <p:cNvSpPr/>
          <p:nvPr/>
        </p:nvSpPr>
        <p:spPr>
          <a:xfrm>
            <a:off x="319021" y="5667627"/>
            <a:ext cx="1506122" cy="279155"/>
          </a:xfrm>
          <a:prstGeom prst="rect">
            <a:avLst/>
          </a:prstGeom>
          <a:solidFill>
            <a:srgbClr val="0432FF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ME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20" name="Rectangle 119"/>
          <p:cNvSpPr/>
          <p:nvPr/>
        </p:nvSpPr>
        <p:spPr>
          <a:xfrm rot="16200000">
            <a:off x="1700126" y="4632986"/>
            <a:ext cx="680497" cy="242736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121" name="TextBox 120"/>
          <p:cNvSpPr txBox="1"/>
          <p:nvPr/>
        </p:nvSpPr>
        <p:spPr>
          <a:xfrm>
            <a:off x="7222160" y="5224487"/>
            <a:ext cx="77136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AB12</a:t>
            </a:r>
          </a:p>
        </p:txBody>
      </p:sp>
      <p:pic>
        <p:nvPicPr>
          <p:cNvPr id="124" name="Picture 123"/>
          <p:cNvPicPr>
            <a:picLocks noChangeAspect="1"/>
          </p:cNvPicPr>
          <p:nvPr/>
        </p:nvPicPr>
        <p:blipFill rotWithShape="1">
          <a:blip r:embed="rId10"/>
          <a:srcRect l="23119" t="33272" r="47861" b="15168"/>
          <a:stretch>
            <a:fillRect/>
          </a:stretch>
        </p:blipFill>
        <p:spPr>
          <a:xfrm>
            <a:off x="1126631" y="7052113"/>
            <a:ext cx="567342" cy="567000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1187921" y="7684698"/>
            <a:ext cx="63511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AB8</a:t>
            </a:r>
          </a:p>
        </p:txBody>
      </p:sp>
      <p:pic>
        <p:nvPicPr>
          <p:cNvPr id="128" name="Picture 127"/>
          <p:cNvPicPr>
            <a:picLocks noChangeAspect="1"/>
          </p:cNvPicPr>
          <p:nvPr/>
        </p:nvPicPr>
        <p:blipFill rotWithShape="1">
          <a:blip r:embed="rId11"/>
          <a:srcRect l="32751" t="20849" r="35322" b="38104"/>
          <a:stretch>
            <a:fillRect/>
          </a:stretch>
        </p:blipFill>
        <p:spPr>
          <a:xfrm>
            <a:off x="212967" y="6940867"/>
            <a:ext cx="861840" cy="62327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373143" y="6999870"/>
            <a:ext cx="617674" cy="550549"/>
          </a:xfrm>
          <a:prstGeom prst="rect">
            <a:avLst/>
          </a:prstGeom>
          <a:solidFill>
            <a:srgbClr val="C0C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IWD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861888" y="402890"/>
            <a:ext cx="302069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200" dirty="0"/>
              <a:t>Second Floor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71933" y="7684698"/>
            <a:ext cx="63511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AB9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170800" y="3167920"/>
            <a:ext cx="558509" cy="286521"/>
          </a:xfrm>
          <a:prstGeom prst="rect">
            <a:avLst/>
          </a:prstGeom>
          <a:solidFill>
            <a:srgbClr val="3EB489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MSE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790255" y="3329778"/>
            <a:ext cx="164356" cy="164957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400" dirty="0"/>
              <a:t>RP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965620" y="3326264"/>
            <a:ext cx="164356" cy="164957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400" dirty="0"/>
              <a:t>IIEC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319357" y="3326263"/>
            <a:ext cx="148387" cy="164957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400" dirty="0"/>
              <a:t>D:IA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145274" y="3326263"/>
            <a:ext cx="164356" cy="164957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400" dirty="0"/>
              <a:t>A: IP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831886" y="3326263"/>
            <a:ext cx="161524" cy="164957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400" dirty="0"/>
              <a:t>PIC:EA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527984" y="3321808"/>
            <a:ext cx="141084" cy="164957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400" dirty="0"/>
              <a:t>AR:FA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357552" y="3321808"/>
            <a:ext cx="157490" cy="164957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400" dirty="0" err="1"/>
              <a:t>Adv:FA</a:t>
            </a:r>
            <a:endParaRPr lang="en-IN" sz="400" dirty="0"/>
          </a:p>
        </p:txBody>
      </p:sp>
      <p:sp>
        <p:nvSpPr>
          <p:cNvPr id="140" name="Rectangle 139"/>
          <p:cNvSpPr/>
          <p:nvPr/>
        </p:nvSpPr>
        <p:spPr>
          <a:xfrm>
            <a:off x="3193460" y="3324804"/>
            <a:ext cx="141084" cy="164957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400" dirty="0"/>
              <a:t>PIC:FA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006352" y="3329778"/>
            <a:ext cx="156519" cy="164957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400" dirty="0"/>
              <a:t>D:RnD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680326" y="3329778"/>
            <a:ext cx="141943" cy="164957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300" dirty="0" err="1"/>
              <a:t>AR:RnD</a:t>
            </a:r>
            <a:endParaRPr lang="en-IN" sz="300" dirty="0"/>
          </a:p>
        </p:txBody>
      </p:sp>
      <p:grpSp>
        <p:nvGrpSpPr>
          <p:cNvPr id="9" name="Group 8"/>
          <p:cNvGrpSpPr/>
          <p:nvPr/>
        </p:nvGrpSpPr>
        <p:grpSpPr>
          <a:xfrm>
            <a:off x="7207069" y="6291111"/>
            <a:ext cx="4617649" cy="838164"/>
            <a:chOff x="7207069" y="6291111"/>
            <a:chExt cx="4617649" cy="838164"/>
          </a:xfrm>
        </p:grpSpPr>
        <p:sp>
          <p:nvSpPr>
            <p:cNvPr id="73" name="TextBox 72"/>
            <p:cNvSpPr txBox="1"/>
            <p:nvPr/>
          </p:nvSpPr>
          <p:spPr>
            <a:xfrm>
              <a:off x="7207069" y="6291111"/>
              <a:ext cx="771365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100" b="1" dirty="0"/>
                <a:t>AB13</a:t>
              </a:r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11427262" y="6839088"/>
              <a:ext cx="397456" cy="159221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endParaRPr lang="en-US" sz="500">
                <a:solidFill>
                  <a:schemeClr val="tx1"/>
                </a:solidFill>
              </a:endParaRPr>
            </a:p>
          </p:txBody>
        </p:sp>
        <p:sp>
          <p:nvSpPr>
            <p:cNvPr id="215" name="Rectangle 214"/>
            <p:cNvSpPr/>
            <p:nvPr/>
          </p:nvSpPr>
          <p:spPr>
            <a:xfrm>
              <a:off x="11422083" y="6662392"/>
              <a:ext cx="402397" cy="172165"/>
            </a:xfrm>
            <a:prstGeom prst="rect">
              <a:avLst/>
            </a:prstGeom>
            <a:solidFill>
              <a:srgbClr val="FFFF99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600" dirty="0">
                  <a:solidFill>
                    <a:schemeClr val="tx1"/>
                  </a:solidFill>
                </a:rPr>
                <a:t>321</a:t>
              </a:r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10427372" y="6964934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11429561" y="6843079"/>
              <a:ext cx="98912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11531704" y="6843504"/>
              <a:ext cx="98334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11631864" y="6842807"/>
              <a:ext cx="98912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11732950" y="6843301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30" name="Rectangle 229"/>
            <p:cNvSpPr/>
            <p:nvPr/>
          </p:nvSpPr>
          <p:spPr>
            <a:xfrm>
              <a:off x="10988720" y="6842097"/>
              <a:ext cx="105545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11102154" y="6837843"/>
              <a:ext cx="106696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11210756" y="6838465"/>
              <a:ext cx="98912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11313668" y="6838649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10321647" y="6967716"/>
              <a:ext cx="101824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10216199" y="6964082"/>
              <a:ext cx="101824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36" name="Rectangle 235"/>
            <p:cNvSpPr/>
            <p:nvPr/>
          </p:nvSpPr>
          <p:spPr>
            <a:xfrm>
              <a:off x="10113226" y="6962304"/>
              <a:ext cx="101824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37" name="Rectangle 236"/>
            <p:cNvSpPr/>
            <p:nvPr/>
          </p:nvSpPr>
          <p:spPr>
            <a:xfrm>
              <a:off x="10008454" y="6964934"/>
              <a:ext cx="101824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9902036" y="6968809"/>
              <a:ext cx="101824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39" name="Rectangle 238"/>
            <p:cNvSpPr/>
            <p:nvPr/>
          </p:nvSpPr>
          <p:spPr>
            <a:xfrm>
              <a:off x="10210594" y="6790598"/>
              <a:ext cx="310557" cy="172165"/>
            </a:xfrm>
            <a:prstGeom prst="rect">
              <a:avLst/>
            </a:prstGeom>
            <a:solidFill>
              <a:srgbClr val="FFFF99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600" dirty="0">
                  <a:solidFill>
                    <a:schemeClr val="tx1"/>
                  </a:solidFill>
                </a:rPr>
                <a:t>323</a:t>
              </a:r>
            </a:p>
          </p:txBody>
        </p:sp>
        <p:sp>
          <p:nvSpPr>
            <p:cNvPr id="242" name="Rectangle 241"/>
            <p:cNvSpPr/>
            <p:nvPr/>
          </p:nvSpPr>
          <p:spPr>
            <a:xfrm>
              <a:off x="8581321" y="6964591"/>
              <a:ext cx="112496" cy="14400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8696093" y="6964728"/>
              <a:ext cx="102166" cy="14400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8799047" y="6964082"/>
              <a:ext cx="102166" cy="14400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8903995" y="6963661"/>
              <a:ext cx="102166" cy="14400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246" name="Rectangle 245"/>
            <p:cNvSpPr/>
            <p:nvPr/>
          </p:nvSpPr>
          <p:spPr>
            <a:xfrm>
              <a:off x="8475660" y="6964099"/>
              <a:ext cx="103286" cy="14400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247" name="Rectangle 246"/>
            <p:cNvSpPr/>
            <p:nvPr/>
          </p:nvSpPr>
          <p:spPr>
            <a:xfrm>
              <a:off x="9006016" y="6963661"/>
              <a:ext cx="103286" cy="14400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48" name="Rectangle 247"/>
            <p:cNvSpPr/>
            <p:nvPr/>
          </p:nvSpPr>
          <p:spPr>
            <a:xfrm>
              <a:off x="9113368" y="6964082"/>
              <a:ext cx="103286" cy="14400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9217108" y="6964082"/>
              <a:ext cx="103286" cy="14400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51" name="Rectangle 250"/>
            <p:cNvSpPr/>
            <p:nvPr/>
          </p:nvSpPr>
          <p:spPr>
            <a:xfrm>
              <a:off x="8896149" y="6789484"/>
              <a:ext cx="425364" cy="172165"/>
            </a:xfrm>
            <a:prstGeom prst="rect">
              <a:avLst/>
            </a:prstGeom>
            <a:solidFill>
              <a:srgbClr val="FFFF99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600" dirty="0">
                  <a:solidFill>
                    <a:schemeClr val="tx1"/>
                  </a:solidFill>
                </a:rPr>
                <a:t>326</a:t>
              </a:r>
            </a:p>
          </p:txBody>
        </p:sp>
      </p:grpSp>
      <p:sp>
        <p:nvSpPr>
          <p:cNvPr id="5" name="Freeform: Shape 4"/>
          <p:cNvSpPr/>
          <p:nvPr/>
        </p:nvSpPr>
        <p:spPr>
          <a:xfrm>
            <a:off x="8170800" y="5763702"/>
            <a:ext cx="3651250" cy="1349375"/>
          </a:xfrm>
          <a:custGeom>
            <a:avLst/>
            <a:gdLst>
              <a:gd name="connsiteX0" fmla="*/ 0 w 3651250"/>
              <a:gd name="connsiteY0" fmla="*/ 0 h 1349375"/>
              <a:gd name="connsiteX1" fmla="*/ 0 w 3651250"/>
              <a:gd name="connsiteY1" fmla="*/ 908050 h 1349375"/>
              <a:gd name="connsiteX2" fmla="*/ 292100 w 3651250"/>
              <a:gd name="connsiteY2" fmla="*/ 908050 h 1349375"/>
              <a:gd name="connsiteX3" fmla="*/ 292100 w 3651250"/>
              <a:gd name="connsiteY3" fmla="*/ 1349375 h 1349375"/>
              <a:gd name="connsiteX4" fmla="*/ 2349500 w 3651250"/>
              <a:gd name="connsiteY4" fmla="*/ 1349375 h 1349375"/>
              <a:gd name="connsiteX5" fmla="*/ 2349500 w 3651250"/>
              <a:gd name="connsiteY5" fmla="*/ 1257300 h 1349375"/>
              <a:gd name="connsiteX6" fmla="*/ 3651250 w 3651250"/>
              <a:gd name="connsiteY6" fmla="*/ 1257300 h 1349375"/>
              <a:gd name="connsiteX7" fmla="*/ 3651250 w 3651250"/>
              <a:gd name="connsiteY7" fmla="*/ 895350 h 1349375"/>
              <a:gd name="connsiteX8" fmla="*/ 3228975 w 3651250"/>
              <a:gd name="connsiteY8" fmla="*/ 895350 h 1349375"/>
              <a:gd name="connsiteX9" fmla="*/ 3228975 w 3651250"/>
              <a:gd name="connsiteY9" fmla="*/ 441325 h 1349375"/>
              <a:gd name="connsiteX10" fmla="*/ 1495425 w 3651250"/>
              <a:gd name="connsiteY10" fmla="*/ 441325 h 1349375"/>
              <a:gd name="connsiteX11" fmla="*/ 1495425 w 3651250"/>
              <a:gd name="connsiteY11" fmla="*/ 1022350 h 1349375"/>
              <a:gd name="connsiteX12" fmla="*/ 917575 w 3651250"/>
              <a:gd name="connsiteY12" fmla="*/ 1022350 h 1349375"/>
              <a:gd name="connsiteX13" fmla="*/ 917575 w 3651250"/>
              <a:gd name="connsiteY13" fmla="*/ 15875 h 1349375"/>
              <a:gd name="connsiteX14" fmla="*/ 0 w 3651250"/>
              <a:gd name="connsiteY14" fmla="*/ 0 h 134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651250" h="1349375">
                <a:moveTo>
                  <a:pt x="0" y="0"/>
                </a:moveTo>
                <a:lnTo>
                  <a:pt x="0" y="908050"/>
                </a:lnTo>
                <a:lnTo>
                  <a:pt x="292100" y="908050"/>
                </a:lnTo>
                <a:lnTo>
                  <a:pt x="292100" y="1349375"/>
                </a:lnTo>
                <a:lnTo>
                  <a:pt x="2349500" y="1349375"/>
                </a:lnTo>
                <a:lnTo>
                  <a:pt x="2349500" y="1257300"/>
                </a:lnTo>
                <a:lnTo>
                  <a:pt x="3651250" y="1257300"/>
                </a:lnTo>
                <a:lnTo>
                  <a:pt x="3651250" y="895350"/>
                </a:lnTo>
                <a:lnTo>
                  <a:pt x="3228975" y="895350"/>
                </a:lnTo>
                <a:lnTo>
                  <a:pt x="3228975" y="441325"/>
                </a:lnTo>
                <a:lnTo>
                  <a:pt x="1495425" y="441325"/>
                </a:lnTo>
                <a:lnTo>
                  <a:pt x="1495425" y="1022350"/>
                </a:lnTo>
                <a:lnTo>
                  <a:pt x="917575" y="1022350"/>
                </a:lnTo>
                <a:lnTo>
                  <a:pt x="917575" y="15875"/>
                </a:lnTo>
                <a:lnTo>
                  <a:pt x="0" y="0"/>
                </a:lnTo>
                <a:close/>
              </a:path>
            </a:pathLst>
          </a:custGeom>
          <a:solidFill>
            <a:srgbClr val="0C0B1D">
              <a:alpha val="7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EE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11411696" y="6117380"/>
            <a:ext cx="1077655" cy="433921"/>
          </a:xfrm>
          <a:prstGeom prst="rect">
            <a:avLst/>
          </a:prstGeom>
          <a:solidFill>
            <a:srgbClr val="BE9B7B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680" dirty="0">
                <a:solidFill>
                  <a:schemeClr val="tx1"/>
                </a:solidFill>
              </a:rPr>
              <a:t>CSE</a:t>
            </a:r>
          </a:p>
        </p:txBody>
      </p:sp>
      <p:sp>
        <p:nvSpPr>
          <p:cNvPr id="10" name="Freeform: Shape 9"/>
          <p:cNvSpPr/>
          <p:nvPr/>
        </p:nvSpPr>
        <p:spPr>
          <a:xfrm>
            <a:off x="772238" y="3035300"/>
            <a:ext cx="2967912" cy="1352551"/>
          </a:xfrm>
          <a:custGeom>
            <a:avLst/>
            <a:gdLst>
              <a:gd name="connsiteX0" fmla="*/ 2948517 w 2950634"/>
              <a:gd name="connsiteY0" fmla="*/ 268817 h 1352551"/>
              <a:gd name="connsiteX1" fmla="*/ 973667 w 2950634"/>
              <a:gd name="connsiteY1" fmla="*/ 268817 h 1352551"/>
              <a:gd name="connsiteX2" fmla="*/ 704850 w 2950634"/>
              <a:gd name="connsiteY2" fmla="*/ 0 h 1352551"/>
              <a:gd name="connsiteX3" fmla="*/ 0 w 2950634"/>
              <a:gd name="connsiteY3" fmla="*/ 704850 h 1352551"/>
              <a:gd name="connsiteX4" fmla="*/ 647701 w 2950634"/>
              <a:gd name="connsiteY4" fmla="*/ 1352551 h 1352551"/>
              <a:gd name="connsiteX5" fmla="*/ 2950634 w 2950634"/>
              <a:gd name="connsiteY5" fmla="*/ 1352551 h 1352551"/>
              <a:gd name="connsiteX6" fmla="*/ 2948517 w 2950634"/>
              <a:gd name="connsiteY6" fmla="*/ 268817 h 1352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50634" h="1352551">
                <a:moveTo>
                  <a:pt x="2948517" y="268817"/>
                </a:moveTo>
                <a:lnTo>
                  <a:pt x="973667" y="268817"/>
                </a:lnTo>
                <a:lnTo>
                  <a:pt x="704850" y="0"/>
                </a:lnTo>
                <a:lnTo>
                  <a:pt x="0" y="704850"/>
                </a:lnTo>
                <a:lnTo>
                  <a:pt x="647701" y="1352551"/>
                </a:lnTo>
                <a:lnTo>
                  <a:pt x="2950634" y="1352551"/>
                </a:lnTo>
                <a:cubicBezTo>
                  <a:pt x="2949928" y="991306"/>
                  <a:pt x="2949223" y="630062"/>
                  <a:pt x="2948517" y="268817"/>
                </a:cubicBezTo>
                <a:close/>
              </a:path>
            </a:pathLst>
          </a:custGeom>
          <a:solidFill>
            <a:srgbClr val="9966CC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Admin</a:t>
            </a:r>
            <a:endParaRPr lang="en-IN" dirty="0"/>
          </a:p>
        </p:txBody>
      </p:sp>
      <p:grpSp>
        <p:nvGrpSpPr>
          <p:cNvPr id="24" name="Group 23"/>
          <p:cNvGrpSpPr/>
          <p:nvPr/>
        </p:nvGrpSpPr>
        <p:grpSpPr>
          <a:xfrm>
            <a:off x="4128990" y="4295113"/>
            <a:ext cx="2312941" cy="3399500"/>
            <a:chOff x="4128990" y="4295113"/>
            <a:chExt cx="2312941" cy="3399500"/>
          </a:xfrm>
        </p:grpSpPr>
        <p:sp>
          <p:nvSpPr>
            <p:cNvPr id="280" name="Rectangle 279"/>
            <p:cNvSpPr/>
            <p:nvPr/>
          </p:nvSpPr>
          <p:spPr>
            <a:xfrm>
              <a:off x="4919998" y="7570955"/>
              <a:ext cx="144000" cy="109045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4533766" y="6257457"/>
              <a:ext cx="811796" cy="239533"/>
            </a:xfrm>
            <a:prstGeom prst="rect">
              <a:avLst/>
            </a:prstGeom>
            <a:solidFill>
              <a:srgbClr val="FFC0CB">
                <a:alpha val="9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Phys</a:t>
              </a:r>
            </a:p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(6F + 3WS)</a:t>
              </a:r>
              <a:endParaRPr lang="en-IN" sz="1000" dirty="0">
                <a:solidFill>
                  <a:schemeClr val="tx1"/>
                </a:solidFill>
              </a:endParaRPr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6129859" y="6936733"/>
              <a:ext cx="153363" cy="154376"/>
            </a:xfrm>
            <a:prstGeom prst="rect">
              <a:avLst/>
            </a:prstGeom>
            <a:solidFill>
              <a:srgbClr val="00FFFF">
                <a:alpha val="7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500" dirty="0">
                  <a:solidFill>
                    <a:schemeClr val="tx1"/>
                  </a:solidFill>
                </a:rPr>
                <a:t>Chem</a:t>
              </a:r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4154746" y="6724085"/>
              <a:ext cx="146320" cy="144000"/>
            </a:xfrm>
            <a:prstGeom prst="rect">
              <a:avLst/>
            </a:prstGeom>
            <a:solidFill>
              <a:srgbClr val="FFC0CB">
                <a:alpha val="9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Phys</a:t>
              </a:r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4157764" y="7021421"/>
              <a:ext cx="206810" cy="144000"/>
            </a:xfrm>
            <a:prstGeom prst="rect">
              <a:avLst/>
            </a:prstGeom>
            <a:solidFill>
              <a:srgbClr val="0000FF">
                <a:alpha val="9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Bio</a:t>
              </a:r>
              <a:endParaRPr lang="en-IN" sz="800" dirty="0">
                <a:solidFill>
                  <a:schemeClr val="tx1"/>
                </a:solidFill>
              </a:endParaRPr>
            </a:p>
          </p:txBody>
        </p:sp>
        <p:sp>
          <p:nvSpPr>
            <p:cNvPr id="240" name="Freeform: Shape 239"/>
            <p:cNvSpPr/>
            <p:nvPr/>
          </p:nvSpPr>
          <p:spPr>
            <a:xfrm>
              <a:off x="5559801" y="6938435"/>
              <a:ext cx="877808" cy="295125"/>
            </a:xfrm>
            <a:custGeom>
              <a:avLst/>
              <a:gdLst>
                <a:gd name="connsiteX0" fmla="*/ 689810 w 4588042"/>
                <a:gd name="connsiteY0" fmla="*/ 5347 h 1780673"/>
                <a:gd name="connsiteX1" fmla="*/ 0 w 4588042"/>
                <a:gd name="connsiteY1" fmla="*/ 5347 h 1780673"/>
                <a:gd name="connsiteX2" fmla="*/ 0 w 4588042"/>
                <a:gd name="connsiteY2" fmla="*/ 1780673 h 1780673"/>
                <a:gd name="connsiteX3" fmla="*/ 3914273 w 4588042"/>
                <a:gd name="connsiteY3" fmla="*/ 1780673 h 1780673"/>
                <a:gd name="connsiteX4" fmla="*/ 3914273 w 4588042"/>
                <a:gd name="connsiteY4" fmla="*/ 909052 h 1780673"/>
                <a:gd name="connsiteX5" fmla="*/ 4588042 w 4588042"/>
                <a:gd name="connsiteY5" fmla="*/ 909052 h 1780673"/>
                <a:gd name="connsiteX6" fmla="*/ 4588042 w 4588042"/>
                <a:gd name="connsiteY6" fmla="*/ 0 h 1780673"/>
                <a:gd name="connsiteX7" fmla="*/ 3764547 w 4588042"/>
                <a:gd name="connsiteY7" fmla="*/ 0 h 1780673"/>
                <a:gd name="connsiteX8" fmla="*/ 3764547 w 4588042"/>
                <a:gd name="connsiteY8" fmla="*/ 903705 h 1780673"/>
                <a:gd name="connsiteX9" fmla="*/ 2994526 w 4588042"/>
                <a:gd name="connsiteY9" fmla="*/ 903705 h 1780673"/>
                <a:gd name="connsiteX10" fmla="*/ 2994526 w 4588042"/>
                <a:gd name="connsiteY10" fmla="*/ 0 h 1780673"/>
                <a:gd name="connsiteX11" fmla="*/ 689810 w 4588042"/>
                <a:gd name="connsiteY11" fmla="*/ 5347 h 1780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588042" h="1780673">
                  <a:moveTo>
                    <a:pt x="689810" y="5347"/>
                  </a:moveTo>
                  <a:lnTo>
                    <a:pt x="0" y="5347"/>
                  </a:lnTo>
                  <a:lnTo>
                    <a:pt x="0" y="1780673"/>
                  </a:lnTo>
                  <a:lnTo>
                    <a:pt x="3914273" y="1780673"/>
                  </a:lnTo>
                  <a:lnTo>
                    <a:pt x="3914273" y="909052"/>
                  </a:lnTo>
                  <a:lnTo>
                    <a:pt x="4588042" y="909052"/>
                  </a:lnTo>
                  <a:lnTo>
                    <a:pt x="4588042" y="0"/>
                  </a:lnTo>
                  <a:lnTo>
                    <a:pt x="3764547" y="0"/>
                  </a:lnTo>
                  <a:lnTo>
                    <a:pt x="3764547" y="903705"/>
                  </a:lnTo>
                  <a:lnTo>
                    <a:pt x="2994526" y="903705"/>
                  </a:lnTo>
                  <a:lnTo>
                    <a:pt x="2994526" y="0"/>
                  </a:lnTo>
                  <a:lnTo>
                    <a:pt x="689810" y="5347"/>
                  </a:lnTo>
                  <a:close/>
                </a:path>
              </a:pathLst>
            </a:custGeom>
            <a:solidFill>
              <a:srgbClr val="ED9121">
                <a:alpha val="8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CE</a:t>
              </a:r>
            </a:p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(5F, 2.5WS)</a:t>
              </a:r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50" name="Rectangle 249"/>
            <p:cNvSpPr/>
            <p:nvPr/>
          </p:nvSpPr>
          <p:spPr>
            <a:xfrm>
              <a:off x="4151354" y="6578748"/>
              <a:ext cx="181289" cy="144000"/>
            </a:xfrm>
            <a:prstGeom prst="rect">
              <a:avLst/>
            </a:prstGeom>
            <a:solidFill>
              <a:srgbClr val="FFFF00">
                <a:alpha val="9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CL</a:t>
              </a:r>
              <a:endParaRPr lang="en-IN" sz="800" dirty="0">
                <a:solidFill>
                  <a:schemeClr val="tx1"/>
                </a:solidFill>
              </a:endParaRPr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4466012" y="4295113"/>
              <a:ext cx="879471" cy="238640"/>
            </a:xfrm>
            <a:prstGeom prst="rect">
              <a:avLst/>
            </a:prstGeom>
            <a:solidFill>
              <a:srgbClr val="E646B1">
                <a:alpha val="7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Cog </a:t>
              </a:r>
              <a:r>
                <a:rPr lang="en-US" sz="1000" dirty="0">
                  <a:solidFill>
                    <a:schemeClr val="tx1"/>
                  </a:solidFill>
                </a:rPr>
                <a:t>Sci</a:t>
              </a:r>
            </a:p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(5F, 24S)</a:t>
              </a:r>
              <a:endParaRPr lang="en-IN" sz="600" dirty="0">
                <a:solidFill>
                  <a:schemeClr val="tx1"/>
                </a:solidFill>
              </a:endParaRPr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4472474" y="5475620"/>
              <a:ext cx="1965135" cy="239533"/>
              <a:chOff x="4637578" y="5457129"/>
              <a:chExt cx="1770796" cy="329987"/>
            </a:xfrm>
          </p:grpSpPr>
          <p:sp>
            <p:nvSpPr>
              <p:cNvPr id="257" name="Freeform: Shape 256"/>
              <p:cNvSpPr/>
              <p:nvPr/>
            </p:nvSpPr>
            <p:spPr>
              <a:xfrm>
                <a:off x="5488227" y="5457129"/>
                <a:ext cx="920147" cy="329987"/>
              </a:xfrm>
              <a:custGeom>
                <a:avLst/>
                <a:gdLst>
                  <a:gd name="connsiteX0" fmla="*/ 632884 w 4904317"/>
                  <a:gd name="connsiteY0" fmla="*/ 1854200 h 1866900"/>
                  <a:gd name="connsiteX1" fmla="*/ 0 w 4904317"/>
                  <a:gd name="connsiteY1" fmla="*/ 1854200 h 1866900"/>
                  <a:gd name="connsiteX2" fmla="*/ 0 w 4904317"/>
                  <a:gd name="connsiteY2" fmla="*/ 0 h 1866900"/>
                  <a:gd name="connsiteX3" fmla="*/ 4197350 w 4904317"/>
                  <a:gd name="connsiteY3" fmla="*/ 0 h 1866900"/>
                  <a:gd name="connsiteX4" fmla="*/ 4197350 w 4904317"/>
                  <a:gd name="connsiteY4" fmla="*/ 831850 h 1866900"/>
                  <a:gd name="connsiteX5" fmla="*/ 4904317 w 4904317"/>
                  <a:gd name="connsiteY5" fmla="*/ 831850 h 1866900"/>
                  <a:gd name="connsiteX6" fmla="*/ 4904317 w 4904317"/>
                  <a:gd name="connsiteY6" fmla="*/ 1866900 h 1866900"/>
                  <a:gd name="connsiteX7" fmla="*/ 632884 w 4904317"/>
                  <a:gd name="connsiteY7" fmla="*/ 1854200 h 1866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04317" h="1866900">
                    <a:moveTo>
                      <a:pt x="632884" y="1854200"/>
                    </a:moveTo>
                    <a:lnTo>
                      <a:pt x="0" y="1854200"/>
                    </a:lnTo>
                    <a:lnTo>
                      <a:pt x="0" y="0"/>
                    </a:lnTo>
                    <a:lnTo>
                      <a:pt x="4197350" y="0"/>
                    </a:lnTo>
                    <a:lnTo>
                      <a:pt x="4197350" y="831850"/>
                    </a:lnTo>
                    <a:lnTo>
                      <a:pt x="4904317" y="831850"/>
                    </a:lnTo>
                    <a:lnTo>
                      <a:pt x="4904317" y="1866900"/>
                    </a:lnTo>
                    <a:lnTo>
                      <a:pt x="632884" y="1854200"/>
                    </a:lnTo>
                    <a:close/>
                  </a:path>
                </a:pathLst>
              </a:custGeom>
              <a:solidFill>
                <a:srgbClr val="800000">
                  <a:alpha val="9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noAutofit/>
              </a:bodyPr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Math</a:t>
                </a:r>
              </a:p>
              <a:p>
                <a:pPr algn="ctr"/>
                <a:r>
                  <a:rPr lang="en-US" sz="600" dirty="0">
                    <a:solidFill>
                      <a:schemeClr val="tx1"/>
                    </a:solidFill>
                  </a:rPr>
                  <a:t>(6F, 3WS)</a:t>
                </a:r>
                <a:endParaRPr lang="en-IN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8" name="Freeform: Shape 257"/>
              <p:cNvSpPr/>
              <p:nvPr/>
            </p:nvSpPr>
            <p:spPr>
              <a:xfrm>
                <a:off x="4637578" y="5457129"/>
                <a:ext cx="850252" cy="327380"/>
              </a:xfrm>
              <a:custGeom>
                <a:avLst/>
                <a:gdLst>
                  <a:gd name="connsiteX0" fmla="*/ 2275417 w 4531784"/>
                  <a:gd name="connsiteY0" fmla="*/ 0 h 1860550"/>
                  <a:gd name="connsiteX1" fmla="*/ 158750 w 4531784"/>
                  <a:gd name="connsiteY1" fmla="*/ 0 h 1860550"/>
                  <a:gd name="connsiteX2" fmla="*/ 158750 w 4531784"/>
                  <a:gd name="connsiteY2" fmla="*/ 823383 h 1860550"/>
                  <a:gd name="connsiteX3" fmla="*/ 0 w 4531784"/>
                  <a:gd name="connsiteY3" fmla="*/ 823383 h 1860550"/>
                  <a:gd name="connsiteX4" fmla="*/ 0 w 4531784"/>
                  <a:gd name="connsiteY4" fmla="*/ 1860550 h 1860550"/>
                  <a:gd name="connsiteX5" fmla="*/ 2279650 w 4531784"/>
                  <a:gd name="connsiteY5" fmla="*/ 1860550 h 1860550"/>
                  <a:gd name="connsiteX6" fmla="*/ 2279650 w 4531784"/>
                  <a:gd name="connsiteY6" fmla="*/ 836083 h 1860550"/>
                  <a:gd name="connsiteX7" fmla="*/ 3031067 w 4531784"/>
                  <a:gd name="connsiteY7" fmla="*/ 836083 h 1860550"/>
                  <a:gd name="connsiteX8" fmla="*/ 3031067 w 4531784"/>
                  <a:gd name="connsiteY8" fmla="*/ 1852083 h 1860550"/>
                  <a:gd name="connsiteX9" fmla="*/ 4531784 w 4531784"/>
                  <a:gd name="connsiteY9" fmla="*/ 1852083 h 1860550"/>
                  <a:gd name="connsiteX10" fmla="*/ 4531784 w 4531784"/>
                  <a:gd name="connsiteY10" fmla="*/ 836083 h 1860550"/>
                  <a:gd name="connsiteX11" fmla="*/ 4436534 w 4531784"/>
                  <a:gd name="connsiteY11" fmla="*/ 836083 h 1860550"/>
                  <a:gd name="connsiteX12" fmla="*/ 4413250 w 4531784"/>
                  <a:gd name="connsiteY12" fmla="*/ 836083 h 1860550"/>
                  <a:gd name="connsiteX13" fmla="*/ 4413250 w 4531784"/>
                  <a:gd name="connsiteY13" fmla="*/ 8467 h 1860550"/>
                  <a:gd name="connsiteX14" fmla="*/ 2275417 w 4531784"/>
                  <a:gd name="connsiteY14" fmla="*/ 0 h 1860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531784" h="1860550">
                    <a:moveTo>
                      <a:pt x="2275417" y="0"/>
                    </a:moveTo>
                    <a:lnTo>
                      <a:pt x="158750" y="0"/>
                    </a:lnTo>
                    <a:lnTo>
                      <a:pt x="158750" y="823383"/>
                    </a:lnTo>
                    <a:lnTo>
                      <a:pt x="0" y="823383"/>
                    </a:lnTo>
                    <a:lnTo>
                      <a:pt x="0" y="1860550"/>
                    </a:lnTo>
                    <a:lnTo>
                      <a:pt x="2279650" y="1860550"/>
                    </a:lnTo>
                    <a:lnTo>
                      <a:pt x="2279650" y="836083"/>
                    </a:lnTo>
                    <a:lnTo>
                      <a:pt x="3031067" y="836083"/>
                    </a:lnTo>
                    <a:lnTo>
                      <a:pt x="3031067" y="1852083"/>
                    </a:lnTo>
                    <a:lnTo>
                      <a:pt x="4531784" y="1852083"/>
                    </a:lnTo>
                    <a:lnTo>
                      <a:pt x="4531784" y="836083"/>
                    </a:lnTo>
                    <a:lnTo>
                      <a:pt x="4436534" y="836083"/>
                    </a:lnTo>
                    <a:lnTo>
                      <a:pt x="4413250" y="836083"/>
                    </a:lnTo>
                    <a:lnTo>
                      <a:pt x="4413250" y="8467"/>
                    </a:lnTo>
                    <a:lnTo>
                      <a:pt x="2275417" y="0"/>
                    </a:lnTo>
                    <a:close/>
                  </a:path>
                </a:pathLst>
              </a:custGeom>
              <a:solidFill>
                <a:srgbClr val="FFC0CB">
                  <a:alpha val="9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noAutofit/>
              </a:bodyPr>
              <a:lstStyle/>
              <a:p>
                <a:r>
                  <a:rPr lang="en-US" sz="1000" dirty="0">
                    <a:solidFill>
                      <a:schemeClr val="tx1"/>
                    </a:solidFill>
                  </a:rPr>
                  <a:t>     Phys</a:t>
                </a:r>
              </a:p>
              <a:p>
                <a:r>
                  <a:rPr lang="en-US" sz="600" dirty="0">
                    <a:solidFill>
                      <a:schemeClr val="tx1"/>
                    </a:solidFill>
                  </a:rPr>
                  <a:t>      (8F, 40S)</a:t>
                </a:r>
                <a:endParaRPr lang="en-IN" sz="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9" name="Freeform: Shape 258"/>
            <p:cNvSpPr/>
            <p:nvPr/>
          </p:nvSpPr>
          <p:spPr>
            <a:xfrm>
              <a:off x="4128990" y="4482680"/>
              <a:ext cx="249333" cy="790525"/>
            </a:xfrm>
            <a:custGeom>
              <a:avLst/>
              <a:gdLst>
                <a:gd name="connsiteX0" fmla="*/ 1260475 w 1879600"/>
                <a:gd name="connsiteY0" fmla="*/ 120650 h 4133850"/>
                <a:gd name="connsiteX1" fmla="*/ 1260475 w 1879600"/>
                <a:gd name="connsiteY1" fmla="*/ 0 h 4133850"/>
                <a:gd name="connsiteX2" fmla="*/ 434975 w 1879600"/>
                <a:gd name="connsiteY2" fmla="*/ 0 h 4133850"/>
                <a:gd name="connsiteX3" fmla="*/ 0 w 1879600"/>
                <a:gd name="connsiteY3" fmla="*/ 374650 h 4133850"/>
                <a:gd name="connsiteX4" fmla="*/ 139700 w 1879600"/>
                <a:gd name="connsiteY4" fmla="*/ 523875 h 4133850"/>
                <a:gd name="connsiteX5" fmla="*/ 139700 w 1879600"/>
                <a:gd name="connsiteY5" fmla="*/ 4133850 h 4133850"/>
                <a:gd name="connsiteX6" fmla="*/ 1879600 w 1879600"/>
                <a:gd name="connsiteY6" fmla="*/ 4133850 h 4133850"/>
                <a:gd name="connsiteX7" fmla="*/ 1879600 w 1879600"/>
                <a:gd name="connsiteY7" fmla="*/ 3530600 h 4133850"/>
                <a:gd name="connsiteX8" fmla="*/ 1257300 w 1879600"/>
                <a:gd name="connsiteY8" fmla="*/ 3530600 h 4133850"/>
                <a:gd name="connsiteX9" fmla="*/ 1260475 w 1879600"/>
                <a:gd name="connsiteY9" fmla="*/ 120650 h 413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9600" h="4133850">
                  <a:moveTo>
                    <a:pt x="1260475" y="120650"/>
                  </a:moveTo>
                  <a:lnTo>
                    <a:pt x="1260475" y="0"/>
                  </a:lnTo>
                  <a:lnTo>
                    <a:pt x="434975" y="0"/>
                  </a:lnTo>
                  <a:lnTo>
                    <a:pt x="0" y="374650"/>
                  </a:lnTo>
                  <a:lnTo>
                    <a:pt x="139700" y="523875"/>
                  </a:lnTo>
                  <a:lnTo>
                    <a:pt x="139700" y="4133850"/>
                  </a:lnTo>
                  <a:lnTo>
                    <a:pt x="1879600" y="4133850"/>
                  </a:lnTo>
                  <a:lnTo>
                    <a:pt x="1879600" y="3530600"/>
                  </a:lnTo>
                  <a:lnTo>
                    <a:pt x="1257300" y="3530600"/>
                  </a:lnTo>
                  <a:cubicBezTo>
                    <a:pt x="1258358" y="2393950"/>
                    <a:pt x="1259417" y="1257300"/>
                    <a:pt x="1260475" y="120650"/>
                  </a:cubicBezTo>
                  <a:close/>
                </a:path>
              </a:pathLst>
            </a:custGeom>
            <a:solidFill>
              <a:srgbClr val="FFFF00">
                <a:alpha val="9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0" tIns="0" rIns="0" bIns="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CL</a:t>
              </a:r>
              <a:endParaRPr lang="en-IN" sz="10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116680" y="5142553"/>
              <a:ext cx="234784" cy="1342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0" name="Rectangle 259"/>
            <p:cNvSpPr/>
            <p:nvPr/>
          </p:nvSpPr>
          <p:spPr>
            <a:xfrm>
              <a:off x="4958240" y="5595089"/>
              <a:ext cx="132873" cy="11658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1" name="Rectangle 260"/>
            <p:cNvSpPr/>
            <p:nvPr/>
          </p:nvSpPr>
          <p:spPr>
            <a:xfrm>
              <a:off x="6300636" y="5476872"/>
              <a:ext cx="132873" cy="94877"/>
            </a:xfrm>
            <a:prstGeom prst="rect">
              <a:avLst/>
            </a:prstGeom>
            <a:solidFill>
              <a:srgbClr val="EBF5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HSS</a:t>
              </a:r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6305179" y="7089133"/>
              <a:ext cx="130443" cy="144427"/>
            </a:xfrm>
            <a:prstGeom prst="rect">
              <a:avLst/>
            </a:prstGeom>
            <a:solidFill>
              <a:srgbClr val="EBF5F0">
                <a:alpha val="9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HSS</a:t>
              </a:r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559801" y="7435681"/>
              <a:ext cx="227020" cy="114738"/>
            </a:xfrm>
            <a:prstGeom prst="rect">
              <a:avLst/>
            </a:prstGeom>
            <a:solidFill>
              <a:srgbClr val="EBF5F0">
                <a:alpha val="9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HSS</a:t>
              </a:r>
              <a:endParaRPr lang="en-IN" sz="800" dirty="0">
                <a:solidFill>
                  <a:schemeClr val="tx1"/>
                </a:solidFill>
              </a:endParaRPr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4521697" y="7113076"/>
              <a:ext cx="227020" cy="127007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noAutofit/>
            </a:bodyPr>
            <a:lstStyle/>
            <a:p>
              <a:pPr algn="ctr"/>
              <a:endParaRPr lang="en-IN" sz="800" dirty="0">
                <a:solidFill>
                  <a:schemeClr val="tx1"/>
                </a:solidFill>
              </a:endParaRPr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4465644" y="6939467"/>
              <a:ext cx="154954" cy="166607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VF</a:t>
              </a:r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65" name="Rectangle 264"/>
            <p:cNvSpPr/>
            <p:nvPr/>
          </p:nvSpPr>
          <p:spPr>
            <a:xfrm>
              <a:off x="4472474" y="4964864"/>
              <a:ext cx="167212" cy="165876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VF</a:t>
              </a:r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4522781" y="7438454"/>
              <a:ext cx="227020" cy="122506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e</a:t>
              </a:r>
              <a:endParaRPr lang="en-IN" sz="800" dirty="0">
                <a:solidFill>
                  <a:schemeClr val="tx1"/>
                </a:solidFill>
              </a:endParaRPr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4819730" y="7438454"/>
              <a:ext cx="227020" cy="122506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e</a:t>
              </a:r>
              <a:endParaRPr lang="en-IN" sz="800" dirty="0">
                <a:solidFill>
                  <a:schemeClr val="tx1"/>
                </a:solidFill>
              </a:endParaRPr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5116679" y="7435681"/>
              <a:ext cx="227020" cy="122506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noAutofit/>
            </a:bodyPr>
            <a:lstStyle/>
            <a:p>
              <a:pPr algn="ctr"/>
              <a:endParaRPr lang="en-IN" sz="800" dirty="0">
                <a:solidFill>
                  <a:schemeClr val="tx1"/>
                </a:solidFill>
              </a:endParaRPr>
            </a:p>
          </p:txBody>
        </p:sp>
        <p:sp>
          <p:nvSpPr>
            <p:cNvPr id="270" name="Rectangle 269"/>
            <p:cNvSpPr/>
            <p:nvPr/>
          </p:nvSpPr>
          <p:spPr>
            <a:xfrm>
              <a:off x="4823752" y="7109900"/>
              <a:ext cx="227020" cy="127007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noAutofit/>
            </a:bodyPr>
            <a:lstStyle/>
            <a:p>
              <a:pPr algn="ctr"/>
              <a:endParaRPr lang="en-IN" sz="800" dirty="0">
                <a:solidFill>
                  <a:schemeClr val="tx1"/>
                </a:solidFill>
              </a:endParaRPr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5124944" y="7110153"/>
              <a:ext cx="227020" cy="127007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noAutofit/>
            </a:bodyPr>
            <a:lstStyle/>
            <a:p>
              <a:pPr algn="ctr"/>
              <a:endParaRPr lang="en-IN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4624388" y="6936732"/>
              <a:ext cx="727075" cy="302267"/>
            </a:xfrm>
            <a:custGeom>
              <a:avLst/>
              <a:gdLst>
                <a:gd name="connsiteX0" fmla="*/ 114300 w 727075"/>
                <a:gd name="connsiteY0" fmla="*/ 0 h 311150"/>
                <a:gd name="connsiteX1" fmla="*/ 727075 w 727075"/>
                <a:gd name="connsiteY1" fmla="*/ 0 h 311150"/>
                <a:gd name="connsiteX2" fmla="*/ 727075 w 727075"/>
                <a:gd name="connsiteY2" fmla="*/ 311150 h 311150"/>
                <a:gd name="connsiteX3" fmla="*/ 127000 w 727075"/>
                <a:gd name="connsiteY3" fmla="*/ 311150 h 311150"/>
                <a:gd name="connsiteX4" fmla="*/ 127000 w 727075"/>
                <a:gd name="connsiteY4" fmla="*/ 182563 h 311150"/>
                <a:gd name="connsiteX5" fmla="*/ 0 w 727075"/>
                <a:gd name="connsiteY5" fmla="*/ 182563 h 311150"/>
                <a:gd name="connsiteX6" fmla="*/ 0 w 727075"/>
                <a:gd name="connsiteY6" fmla="*/ 1588 h 311150"/>
                <a:gd name="connsiteX7" fmla="*/ 114300 w 727075"/>
                <a:gd name="connsiteY7" fmla="*/ 0 h 311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7075" h="311150">
                  <a:moveTo>
                    <a:pt x="114300" y="0"/>
                  </a:moveTo>
                  <a:lnTo>
                    <a:pt x="727075" y="0"/>
                  </a:lnTo>
                  <a:lnTo>
                    <a:pt x="727075" y="311150"/>
                  </a:lnTo>
                  <a:lnTo>
                    <a:pt x="127000" y="311150"/>
                  </a:lnTo>
                  <a:lnTo>
                    <a:pt x="127000" y="182563"/>
                  </a:lnTo>
                  <a:lnTo>
                    <a:pt x="0" y="182563"/>
                  </a:lnTo>
                  <a:lnTo>
                    <a:pt x="0" y="1588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FF">
                <a:alpha val="9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BSE </a:t>
              </a:r>
              <a:endParaRPr lang="en-US" sz="8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(6F, 2WS)</a:t>
              </a:r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72" name="Rectangle 271"/>
            <p:cNvSpPr/>
            <p:nvPr/>
          </p:nvSpPr>
          <p:spPr>
            <a:xfrm>
              <a:off x="5857563" y="7435681"/>
              <a:ext cx="227020" cy="114738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noAutofit/>
            </a:bodyPr>
            <a:lstStyle/>
            <a:p>
              <a:pPr algn="ctr"/>
              <a:endParaRPr lang="en-IN" sz="800" dirty="0">
                <a:solidFill>
                  <a:schemeClr val="tx1"/>
                </a:solidFill>
              </a:endParaRPr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6154512" y="7437574"/>
              <a:ext cx="153361" cy="114738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noAutofit/>
            </a:bodyPr>
            <a:lstStyle/>
            <a:p>
              <a:pPr algn="ctr"/>
              <a:endParaRPr lang="en-IN" sz="800" dirty="0">
                <a:solidFill>
                  <a:schemeClr val="tx1"/>
                </a:solidFill>
              </a:endParaRPr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6157022" y="7439819"/>
              <a:ext cx="284909" cy="254000"/>
            </a:xfrm>
            <a:custGeom>
              <a:avLst/>
              <a:gdLst>
                <a:gd name="connsiteX0" fmla="*/ 130175 w 309562"/>
                <a:gd name="connsiteY0" fmla="*/ 3175 h 254000"/>
                <a:gd name="connsiteX1" fmla="*/ 309562 w 309562"/>
                <a:gd name="connsiteY1" fmla="*/ 3175 h 254000"/>
                <a:gd name="connsiteX2" fmla="*/ 309562 w 309562"/>
                <a:gd name="connsiteY2" fmla="*/ 254000 h 254000"/>
                <a:gd name="connsiteX3" fmla="*/ 152400 w 309562"/>
                <a:gd name="connsiteY3" fmla="*/ 254000 h 254000"/>
                <a:gd name="connsiteX4" fmla="*/ 152400 w 309562"/>
                <a:gd name="connsiteY4" fmla="*/ 128587 h 254000"/>
                <a:gd name="connsiteX5" fmla="*/ 0 w 309562"/>
                <a:gd name="connsiteY5" fmla="*/ 128587 h 254000"/>
                <a:gd name="connsiteX6" fmla="*/ 0 w 309562"/>
                <a:gd name="connsiteY6" fmla="*/ 0 h 254000"/>
                <a:gd name="connsiteX7" fmla="*/ 130175 w 309562"/>
                <a:gd name="connsiteY7" fmla="*/ 3175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9562" h="254000">
                  <a:moveTo>
                    <a:pt x="130175" y="3175"/>
                  </a:moveTo>
                  <a:lnTo>
                    <a:pt x="309562" y="3175"/>
                  </a:lnTo>
                  <a:lnTo>
                    <a:pt x="309562" y="254000"/>
                  </a:lnTo>
                  <a:lnTo>
                    <a:pt x="152400" y="254000"/>
                  </a:lnTo>
                  <a:lnTo>
                    <a:pt x="152400" y="128587"/>
                  </a:lnTo>
                  <a:lnTo>
                    <a:pt x="0" y="128587"/>
                  </a:lnTo>
                  <a:lnTo>
                    <a:pt x="0" y="0"/>
                  </a:lnTo>
                  <a:lnTo>
                    <a:pt x="130175" y="3175"/>
                  </a:lnTo>
                  <a:close/>
                </a:path>
              </a:pathLst>
            </a:custGeom>
            <a:solidFill>
              <a:srgbClr val="EBF5F0">
                <a:alpha val="9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HSS</a:t>
              </a:r>
              <a:endParaRPr lang="en-IN" sz="800" dirty="0">
                <a:solidFill>
                  <a:schemeClr val="tx1"/>
                </a:solidFill>
              </a:endParaRPr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5553075" y="7439025"/>
              <a:ext cx="749300" cy="255588"/>
            </a:xfrm>
            <a:custGeom>
              <a:avLst/>
              <a:gdLst>
                <a:gd name="connsiteX0" fmla="*/ 414338 w 749300"/>
                <a:gd name="connsiteY0" fmla="*/ 255588 h 255588"/>
                <a:gd name="connsiteX1" fmla="*/ 749300 w 749300"/>
                <a:gd name="connsiteY1" fmla="*/ 255588 h 255588"/>
                <a:gd name="connsiteX2" fmla="*/ 749300 w 749300"/>
                <a:gd name="connsiteY2" fmla="*/ 109538 h 255588"/>
                <a:gd name="connsiteX3" fmla="*/ 600075 w 749300"/>
                <a:gd name="connsiteY3" fmla="*/ 109538 h 255588"/>
                <a:gd name="connsiteX4" fmla="*/ 600075 w 749300"/>
                <a:gd name="connsiteY4" fmla="*/ 0 h 255588"/>
                <a:gd name="connsiteX5" fmla="*/ 231775 w 749300"/>
                <a:gd name="connsiteY5" fmla="*/ 0 h 255588"/>
                <a:gd name="connsiteX6" fmla="*/ 231775 w 749300"/>
                <a:gd name="connsiteY6" fmla="*/ 114300 h 255588"/>
                <a:gd name="connsiteX7" fmla="*/ 0 w 749300"/>
                <a:gd name="connsiteY7" fmla="*/ 114300 h 255588"/>
                <a:gd name="connsiteX8" fmla="*/ 0 w 749300"/>
                <a:gd name="connsiteY8" fmla="*/ 249238 h 255588"/>
                <a:gd name="connsiteX9" fmla="*/ 414338 w 749300"/>
                <a:gd name="connsiteY9" fmla="*/ 255588 h 25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9300" h="255588">
                  <a:moveTo>
                    <a:pt x="414338" y="255588"/>
                  </a:moveTo>
                  <a:lnTo>
                    <a:pt x="749300" y="255588"/>
                  </a:lnTo>
                  <a:lnTo>
                    <a:pt x="749300" y="109538"/>
                  </a:lnTo>
                  <a:lnTo>
                    <a:pt x="600075" y="109538"/>
                  </a:lnTo>
                  <a:lnTo>
                    <a:pt x="600075" y="0"/>
                  </a:lnTo>
                  <a:lnTo>
                    <a:pt x="231775" y="0"/>
                  </a:lnTo>
                  <a:lnTo>
                    <a:pt x="231775" y="114300"/>
                  </a:lnTo>
                  <a:lnTo>
                    <a:pt x="0" y="114300"/>
                  </a:lnTo>
                  <a:lnTo>
                    <a:pt x="0" y="249238"/>
                  </a:lnTo>
                  <a:lnTo>
                    <a:pt x="414338" y="255588"/>
                  </a:lnTo>
                  <a:close/>
                </a:path>
              </a:pathLst>
            </a:custGeom>
            <a:solidFill>
              <a:srgbClr val="800000">
                <a:alpha val="9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no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Math</a:t>
              </a:r>
            </a:p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 (8F + 1WS)</a:t>
              </a:r>
              <a:endParaRPr lang="en-IN" sz="800" dirty="0">
                <a:solidFill>
                  <a:schemeClr val="tx1"/>
                </a:solidFill>
              </a:endParaRPr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4478585" y="7569365"/>
              <a:ext cx="144000" cy="109045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VF</a:t>
              </a:r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75" name="Rectangle 274"/>
            <p:cNvSpPr/>
            <p:nvPr/>
          </p:nvSpPr>
          <p:spPr>
            <a:xfrm>
              <a:off x="4627024" y="7569995"/>
              <a:ext cx="144000" cy="109045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77" name="Rectangle 276"/>
            <p:cNvSpPr/>
            <p:nvPr/>
          </p:nvSpPr>
          <p:spPr>
            <a:xfrm>
              <a:off x="4773329" y="7570957"/>
              <a:ext cx="144000" cy="109045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78" name="Rectangle 277"/>
            <p:cNvSpPr/>
            <p:nvPr/>
          </p:nvSpPr>
          <p:spPr>
            <a:xfrm>
              <a:off x="5204554" y="7570956"/>
              <a:ext cx="144000" cy="109045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5065641" y="7569365"/>
              <a:ext cx="144000" cy="109045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52" name="Rectangle 251"/>
            <p:cNvSpPr/>
            <p:nvPr/>
          </p:nvSpPr>
          <p:spPr>
            <a:xfrm>
              <a:off x="4632522" y="7558187"/>
              <a:ext cx="433986" cy="120223"/>
            </a:xfrm>
            <a:prstGeom prst="rect">
              <a:avLst/>
            </a:prstGeom>
            <a:solidFill>
              <a:srgbClr val="800000">
                <a:alpha val="9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IN" sz="800">
                  <a:solidFill>
                    <a:schemeClr val="tx1"/>
                  </a:solidFill>
                </a:rPr>
                <a:t>Math</a:t>
              </a:r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5066508" y="7437574"/>
              <a:ext cx="282045" cy="249200"/>
            </a:xfrm>
            <a:custGeom>
              <a:avLst/>
              <a:gdLst>
                <a:gd name="connsiteX0" fmla="*/ 131763 w 261938"/>
                <a:gd name="connsiteY0" fmla="*/ 4763 h 257175"/>
                <a:gd name="connsiteX1" fmla="*/ 261938 w 261938"/>
                <a:gd name="connsiteY1" fmla="*/ 4763 h 257175"/>
                <a:gd name="connsiteX2" fmla="*/ 261938 w 261938"/>
                <a:gd name="connsiteY2" fmla="*/ 257175 h 257175"/>
                <a:gd name="connsiteX3" fmla="*/ 0 w 261938"/>
                <a:gd name="connsiteY3" fmla="*/ 257175 h 257175"/>
                <a:gd name="connsiteX4" fmla="*/ 0 w 261938"/>
                <a:gd name="connsiteY4" fmla="*/ 0 h 257175"/>
                <a:gd name="connsiteX5" fmla="*/ 131763 w 261938"/>
                <a:gd name="connsiteY5" fmla="*/ 4763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38" h="257175">
                  <a:moveTo>
                    <a:pt x="131763" y="4763"/>
                  </a:moveTo>
                  <a:lnTo>
                    <a:pt x="261938" y="4763"/>
                  </a:lnTo>
                  <a:lnTo>
                    <a:pt x="261938" y="257175"/>
                  </a:lnTo>
                  <a:lnTo>
                    <a:pt x="0" y="257175"/>
                  </a:lnTo>
                  <a:lnTo>
                    <a:pt x="0" y="0"/>
                  </a:lnTo>
                  <a:lnTo>
                    <a:pt x="131763" y="4763"/>
                  </a:lnTo>
                  <a:close/>
                </a:path>
              </a:pathLst>
            </a:custGeom>
            <a:solidFill>
              <a:srgbClr val="EBF5F0">
                <a:alpha val="9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HSS</a:t>
              </a:r>
            </a:p>
            <a:p>
              <a:pPr algn="ctr"/>
              <a:r>
                <a:rPr lang="en-US" sz="500" dirty="0">
                  <a:solidFill>
                    <a:schemeClr val="tx1"/>
                  </a:solidFill>
                </a:rPr>
                <a:t>(5F,2.5WS)</a:t>
              </a:r>
              <a:endParaRPr lang="en-IN" sz="500" dirty="0">
                <a:solidFill>
                  <a:schemeClr val="tx1"/>
                </a:solidFill>
              </a:endParaRPr>
            </a:p>
            <a:p>
              <a:pPr algn="ctr"/>
              <a:endParaRPr lang="en-IN" sz="800" dirty="0">
                <a:solidFill>
                  <a:schemeClr val="tx1"/>
                </a:solidFill>
              </a:endParaRPr>
            </a:p>
          </p:txBody>
        </p:sp>
        <p:sp>
          <p:nvSpPr>
            <p:cNvPr id="281" name="Rectangle 280"/>
            <p:cNvSpPr/>
            <p:nvPr/>
          </p:nvSpPr>
          <p:spPr>
            <a:xfrm>
              <a:off x="4154891" y="6871536"/>
              <a:ext cx="150959" cy="142485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82" name="Rectangle 281"/>
            <p:cNvSpPr/>
            <p:nvPr/>
          </p:nvSpPr>
          <p:spPr>
            <a:xfrm>
              <a:off x="4155706" y="5753592"/>
              <a:ext cx="208867" cy="166607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83" name="Rectangle 282"/>
            <p:cNvSpPr/>
            <p:nvPr/>
          </p:nvSpPr>
          <p:spPr>
            <a:xfrm>
              <a:off x="4155706" y="5923107"/>
              <a:ext cx="208867" cy="166607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84" name="Rectangle 283"/>
            <p:cNvSpPr/>
            <p:nvPr/>
          </p:nvSpPr>
          <p:spPr>
            <a:xfrm>
              <a:off x="4155588" y="6090534"/>
              <a:ext cx="208867" cy="161038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4224977" y="6299058"/>
              <a:ext cx="144000" cy="108000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86" name="Rectangle 285"/>
            <p:cNvSpPr/>
            <p:nvPr/>
          </p:nvSpPr>
          <p:spPr>
            <a:xfrm>
              <a:off x="4225121" y="6406284"/>
              <a:ext cx="144000" cy="108000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87" name="Rectangle 286"/>
            <p:cNvSpPr/>
            <p:nvPr/>
          </p:nvSpPr>
          <p:spPr>
            <a:xfrm>
              <a:off x="5417069" y="5142553"/>
              <a:ext cx="234784" cy="1342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8" name="Rectangle 287"/>
            <p:cNvSpPr/>
            <p:nvPr/>
          </p:nvSpPr>
          <p:spPr>
            <a:xfrm>
              <a:off x="5711244" y="5145897"/>
              <a:ext cx="234784" cy="1342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9" name="Rectangle 288"/>
            <p:cNvSpPr/>
            <p:nvPr/>
          </p:nvSpPr>
          <p:spPr>
            <a:xfrm>
              <a:off x="6149675" y="5142552"/>
              <a:ext cx="185252" cy="1342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0" name="Rectangle 289"/>
            <p:cNvSpPr/>
            <p:nvPr/>
          </p:nvSpPr>
          <p:spPr>
            <a:xfrm>
              <a:off x="4644023" y="4966173"/>
              <a:ext cx="144000" cy="165820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92" name="Rectangle 291"/>
            <p:cNvSpPr/>
            <p:nvPr/>
          </p:nvSpPr>
          <p:spPr>
            <a:xfrm>
              <a:off x="4789354" y="4967208"/>
              <a:ext cx="150380" cy="165820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93" name="Rectangle 292"/>
            <p:cNvSpPr/>
            <p:nvPr/>
          </p:nvSpPr>
          <p:spPr>
            <a:xfrm>
              <a:off x="4944787" y="4964007"/>
              <a:ext cx="144000" cy="168159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endParaRPr lang="en-IN" sz="600" dirty="0">
                <a:solidFill>
                  <a:schemeClr val="tx1"/>
                </a:solidFill>
              </a:endParaRPr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5096498" y="4964239"/>
              <a:ext cx="860437" cy="171532"/>
              <a:chOff x="5117507" y="4967208"/>
              <a:chExt cx="834897" cy="171532"/>
            </a:xfrm>
          </p:grpSpPr>
          <p:sp>
            <p:nvSpPr>
              <p:cNvPr id="294" name="Rectangle 293"/>
              <p:cNvSpPr/>
              <p:nvPr/>
            </p:nvSpPr>
            <p:spPr>
              <a:xfrm>
                <a:off x="5117507" y="4967208"/>
                <a:ext cx="144000" cy="165820"/>
              </a:xfrm>
              <a:prstGeom prst="rect">
                <a:avLst/>
              </a:prstGeom>
              <a:solidFill>
                <a:schemeClr val="bg1">
                  <a:alpha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IN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5" name="Rectangle 294"/>
              <p:cNvSpPr/>
              <p:nvPr/>
            </p:nvSpPr>
            <p:spPr>
              <a:xfrm>
                <a:off x="5260583" y="4968463"/>
                <a:ext cx="144000" cy="165820"/>
              </a:xfrm>
              <a:prstGeom prst="rect">
                <a:avLst/>
              </a:prstGeom>
              <a:solidFill>
                <a:schemeClr val="bg1">
                  <a:alpha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IN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6" name="Rectangle 295"/>
              <p:cNvSpPr/>
              <p:nvPr/>
            </p:nvSpPr>
            <p:spPr>
              <a:xfrm>
                <a:off x="5404737" y="4967833"/>
                <a:ext cx="144000" cy="165820"/>
              </a:xfrm>
              <a:prstGeom prst="rect">
                <a:avLst/>
              </a:prstGeom>
              <a:solidFill>
                <a:schemeClr val="bg1">
                  <a:alpha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IN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7" name="Rectangle 296"/>
              <p:cNvSpPr/>
              <p:nvPr/>
            </p:nvSpPr>
            <p:spPr>
              <a:xfrm>
                <a:off x="5553144" y="4972295"/>
                <a:ext cx="133200" cy="165820"/>
              </a:xfrm>
              <a:prstGeom prst="rect">
                <a:avLst/>
              </a:prstGeom>
              <a:solidFill>
                <a:schemeClr val="bg1">
                  <a:alpha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IN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8" name="Rectangle 297"/>
              <p:cNvSpPr/>
              <p:nvPr/>
            </p:nvSpPr>
            <p:spPr>
              <a:xfrm>
                <a:off x="5685440" y="4971693"/>
                <a:ext cx="133200" cy="165820"/>
              </a:xfrm>
              <a:prstGeom prst="rect">
                <a:avLst/>
              </a:prstGeom>
              <a:solidFill>
                <a:schemeClr val="bg1">
                  <a:alpha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IN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9" name="Rectangle 298"/>
              <p:cNvSpPr/>
              <p:nvPr/>
            </p:nvSpPr>
            <p:spPr>
              <a:xfrm>
                <a:off x="5819204" y="4972920"/>
                <a:ext cx="133200" cy="165820"/>
              </a:xfrm>
              <a:prstGeom prst="rect">
                <a:avLst/>
              </a:prstGeom>
              <a:solidFill>
                <a:schemeClr val="bg1">
                  <a:alpha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IN" sz="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6" name="Freeform: Shape 255"/>
            <p:cNvSpPr/>
            <p:nvPr/>
          </p:nvSpPr>
          <p:spPr>
            <a:xfrm>
              <a:off x="5415051" y="4961344"/>
              <a:ext cx="1023055" cy="314622"/>
            </a:xfrm>
            <a:custGeom>
              <a:avLst/>
              <a:gdLst>
                <a:gd name="connsiteX0" fmla="*/ 1111250 w 4745566"/>
                <a:gd name="connsiteY0" fmla="*/ 19050 h 1869016"/>
                <a:gd name="connsiteX1" fmla="*/ 603250 w 4745566"/>
                <a:gd name="connsiteY1" fmla="*/ 19050 h 1869016"/>
                <a:gd name="connsiteX2" fmla="*/ 603250 w 4745566"/>
                <a:gd name="connsiteY2" fmla="*/ 1013883 h 1869016"/>
                <a:gd name="connsiteX3" fmla="*/ 0 w 4745566"/>
                <a:gd name="connsiteY3" fmla="*/ 1013883 h 1869016"/>
                <a:gd name="connsiteX4" fmla="*/ 0 w 4745566"/>
                <a:gd name="connsiteY4" fmla="*/ 1869016 h 1869016"/>
                <a:gd name="connsiteX5" fmla="*/ 4745566 w 4745566"/>
                <a:gd name="connsiteY5" fmla="*/ 1869016 h 1869016"/>
                <a:gd name="connsiteX6" fmla="*/ 4745566 w 4745566"/>
                <a:gd name="connsiteY6" fmla="*/ 0 h 1869016"/>
                <a:gd name="connsiteX7" fmla="*/ 1111250 w 4745566"/>
                <a:gd name="connsiteY7" fmla="*/ 19050 h 186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45566" h="1869016">
                  <a:moveTo>
                    <a:pt x="1111250" y="19050"/>
                  </a:moveTo>
                  <a:lnTo>
                    <a:pt x="603250" y="19050"/>
                  </a:lnTo>
                  <a:lnTo>
                    <a:pt x="603250" y="1013883"/>
                  </a:lnTo>
                  <a:lnTo>
                    <a:pt x="0" y="1013883"/>
                  </a:lnTo>
                  <a:lnTo>
                    <a:pt x="0" y="1869016"/>
                  </a:lnTo>
                  <a:lnTo>
                    <a:pt x="4745566" y="1869016"/>
                  </a:lnTo>
                  <a:lnTo>
                    <a:pt x="4745566" y="0"/>
                  </a:lnTo>
                  <a:lnTo>
                    <a:pt x="1111250" y="19050"/>
                  </a:lnTo>
                  <a:close/>
                </a:path>
              </a:pathLst>
            </a:custGeom>
            <a:solidFill>
              <a:srgbClr val="ED9121">
                <a:alpha val="8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CE</a:t>
              </a:r>
              <a:endParaRPr lang="en-US" sz="6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(6F, 35S)</a:t>
              </a:r>
              <a:endParaRPr lang="en-IN" sz="600" dirty="0">
                <a:solidFill>
                  <a:schemeClr val="tx1"/>
                </a:solidFill>
              </a:endParaRPr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5091113" y="4967208"/>
              <a:ext cx="441591" cy="165820"/>
            </a:xfrm>
            <a:prstGeom prst="rect">
              <a:avLst/>
            </a:prstGeom>
            <a:solidFill>
              <a:srgbClr val="FFC0CB">
                <a:alpha val="9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Phys</a:t>
              </a:r>
              <a:endParaRPr lang="en-IN" sz="1000" dirty="0">
                <a:solidFill>
                  <a:schemeClr val="tx1"/>
                </a:solidFill>
              </a:endParaRPr>
            </a:p>
          </p:txBody>
        </p:sp>
        <p:sp>
          <p:nvSpPr>
            <p:cNvPr id="300" name="Rectangle 299"/>
            <p:cNvSpPr/>
            <p:nvPr/>
          </p:nvSpPr>
          <p:spPr>
            <a:xfrm>
              <a:off x="4823577" y="5143878"/>
              <a:ext cx="226460" cy="1342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1" name="Rectangle 300"/>
            <p:cNvSpPr/>
            <p:nvPr/>
          </p:nvSpPr>
          <p:spPr>
            <a:xfrm>
              <a:off x="4519934" y="5140121"/>
              <a:ext cx="226460" cy="1342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5" name="Freeform: Shape 254"/>
            <p:cNvSpPr/>
            <p:nvPr/>
          </p:nvSpPr>
          <p:spPr>
            <a:xfrm>
              <a:off x="4515247" y="4963936"/>
              <a:ext cx="566462" cy="306084"/>
            </a:xfrm>
            <a:custGeom>
              <a:avLst/>
              <a:gdLst>
                <a:gd name="connsiteX0" fmla="*/ 0 w 2869324"/>
                <a:gd name="connsiteY0" fmla="*/ 1818290 h 1818290"/>
                <a:gd name="connsiteX1" fmla="*/ 10510 w 2869324"/>
                <a:gd name="connsiteY1" fmla="*/ 1008993 h 1818290"/>
                <a:gd name="connsiteX2" fmla="*/ 620110 w 2869324"/>
                <a:gd name="connsiteY2" fmla="*/ 1008993 h 1818290"/>
                <a:gd name="connsiteX3" fmla="*/ 620110 w 2869324"/>
                <a:gd name="connsiteY3" fmla="*/ 10511 h 1818290"/>
                <a:gd name="connsiteX4" fmla="*/ 2858814 w 2869324"/>
                <a:gd name="connsiteY4" fmla="*/ 0 h 1818290"/>
                <a:gd name="connsiteX5" fmla="*/ 2869324 w 2869324"/>
                <a:gd name="connsiteY5" fmla="*/ 998483 h 1818290"/>
                <a:gd name="connsiteX6" fmla="*/ 2701158 w 2869324"/>
                <a:gd name="connsiteY6" fmla="*/ 1008993 h 1818290"/>
                <a:gd name="connsiteX7" fmla="*/ 2701158 w 2869324"/>
                <a:gd name="connsiteY7" fmla="*/ 1818290 h 1818290"/>
                <a:gd name="connsiteX8" fmla="*/ 0 w 2869324"/>
                <a:gd name="connsiteY8" fmla="*/ 1818290 h 1818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69324" h="1818290">
                  <a:moveTo>
                    <a:pt x="0" y="1818290"/>
                  </a:moveTo>
                  <a:lnTo>
                    <a:pt x="10510" y="1008993"/>
                  </a:lnTo>
                  <a:lnTo>
                    <a:pt x="620110" y="1008993"/>
                  </a:lnTo>
                  <a:lnTo>
                    <a:pt x="620110" y="10511"/>
                  </a:lnTo>
                  <a:lnTo>
                    <a:pt x="2858814" y="0"/>
                  </a:lnTo>
                  <a:lnTo>
                    <a:pt x="2869324" y="998483"/>
                  </a:lnTo>
                  <a:lnTo>
                    <a:pt x="2701158" y="1008993"/>
                  </a:lnTo>
                  <a:lnTo>
                    <a:pt x="2701158" y="1818290"/>
                  </a:lnTo>
                  <a:lnTo>
                    <a:pt x="0" y="1818290"/>
                  </a:lnTo>
                  <a:close/>
                </a:path>
              </a:pathLst>
            </a:custGeom>
            <a:solidFill>
              <a:srgbClr val="FFFF00">
                <a:alpha val="9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CL</a:t>
              </a:r>
            </a:p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 (7F, 2WS)</a:t>
              </a:r>
              <a:endParaRPr lang="en-IN" sz="600" dirty="0">
                <a:solidFill>
                  <a:schemeClr val="tx1"/>
                </a:solidFill>
              </a:endParaRPr>
            </a:p>
          </p:txBody>
        </p:sp>
      </p:grpSp>
      <p:sp>
        <p:nvSpPr>
          <p:cNvPr id="219" name="Rectangle 218"/>
          <p:cNvSpPr/>
          <p:nvPr/>
        </p:nvSpPr>
        <p:spPr>
          <a:xfrm>
            <a:off x="9235120" y="3075656"/>
            <a:ext cx="356700" cy="286521"/>
          </a:xfrm>
          <a:prstGeom prst="rect">
            <a:avLst/>
          </a:prstGeom>
          <a:solidFill>
            <a:srgbClr val="3EB489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MSE</a:t>
            </a:r>
          </a:p>
        </p:txBody>
      </p:sp>
      <p:sp>
        <p:nvSpPr>
          <p:cNvPr id="218" name="Freeform: Shape 217"/>
          <p:cNvSpPr/>
          <p:nvPr/>
        </p:nvSpPr>
        <p:spPr>
          <a:xfrm>
            <a:off x="9738145" y="3726496"/>
            <a:ext cx="840955" cy="787146"/>
          </a:xfrm>
          <a:custGeom>
            <a:avLst/>
            <a:gdLst>
              <a:gd name="connsiteX0" fmla="*/ 448733 w 791633"/>
              <a:gd name="connsiteY0" fmla="*/ 2116 h 719666"/>
              <a:gd name="connsiteX1" fmla="*/ 0 w 791633"/>
              <a:gd name="connsiteY1" fmla="*/ 2116 h 719666"/>
              <a:gd name="connsiteX2" fmla="*/ 0 w 791633"/>
              <a:gd name="connsiteY2" fmla="*/ 719666 h 719666"/>
              <a:gd name="connsiteX3" fmla="*/ 791633 w 791633"/>
              <a:gd name="connsiteY3" fmla="*/ 719666 h 719666"/>
              <a:gd name="connsiteX4" fmla="*/ 791633 w 791633"/>
              <a:gd name="connsiteY4" fmla="*/ 404283 h 719666"/>
              <a:gd name="connsiteX5" fmla="*/ 592666 w 791633"/>
              <a:gd name="connsiteY5" fmla="*/ 404283 h 719666"/>
              <a:gd name="connsiteX6" fmla="*/ 592666 w 791633"/>
              <a:gd name="connsiteY6" fmla="*/ 0 h 719666"/>
              <a:gd name="connsiteX7" fmla="*/ 448733 w 791633"/>
              <a:gd name="connsiteY7" fmla="*/ 2116 h 71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1633" h="719666">
                <a:moveTo>
                  <a:pt x="448733" y="2116"/>
                </a:moveTo>
                <a:lnTo>
                  <a:pt x="0" y="2116"/>
                </a:lnTo>
                <a:lnTo>
                  <a:pt x="0" y="719666"/>
                </a:lnTo>
                <a:lnTo>
                  <a:pt x="791633" y="719666"/>
                </a:lnTo>
                <a:lnTo>
                  <a:pt x="791633" y="404283"/>
                </a:lnTo>
                <a:lnTo>
                  <a:pt x="592666" y="404283"/>
                </a:lnTo>
                <a:lnTo>
                  <a:pt x="592666" y="0"/>
                </a:lnTo>
                <a:lnTo>
                  <a:pt x="448733" y="2116"/>
                </a:lnTo>
                <a:close/>
              </a:path>
            </a:pathLst>
          </a:custGeom>
          <a:solidFill>
            <a:srgbClr val="3EB489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46"/>
          <p:cNvSpPr txBox="1"/>
          <p:nvPr/>
        </p:nvSpPr>
        <p:spPr>
          <a:xfrm>
            <a:off x="9229542" y="556624"/>
            <a:ext cx="256576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200" dirty="0"/>
              <a:t>Third Floor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80047" y="6187510"/>
            <a:ext cx="63511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AB6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59952" y="4388871"/>
            <a:ext cx="77136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AB11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8951" y="6429176"/>
            <a:ext cx="77136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AB13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38869" y="4721107"/>
            <a:ext cx="63511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AB4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612576" y="4396686"/>
            <a:ext cx="63511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AB5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8024220" y="3897005"/>
            <a:ext cx="4220204" cy="3394050"/>
            <a:chOff x="7592221" y="2754981"/>
            <a:chExt cx="4475872" cy="3599666"/>
          </a:xfrm>
        </p:grpSpPr>
        <p:grpSp>
          <p:nvGrpSpPr>
            <p:cNvPr id="206" name="Group 205"/>
            <p:cNvGrpSpPr>
              <a:grpSpLocks noChangeAspect="1"/>
            </p:cNvGrpSpPr>
            <p:nvPr/>
          </p:nvGrpSpPr>
          <p:grpSpPr>
            <a:xfrm>
              <a:off x="7690202" y="4914647"/>
              <a:ext cx="4377891" cy="1440000"/>
              <a:chOff x="0" y="2697480"/>
              <a:chExt cx="12787814" cy="4206240"/>
            </a:xfrm>
          </p:grpSpPr>
          <p:pic>
            <p:nvPicPr>
              <p:cNvPr id="207" name="Picture 2"/>
              <p:cNvPicPr>
                <a:picLocks noChangeAspect="1" noChangeArrowheads="1"/>
              </p:cNvPicPr>
              <p:nvPr/>
            </p:nvPicPr>
            <p:blipFill>
              <a:blip r:embed="rId2"/>
              <a:srcRect l="4898" t="9205" r="10437" b="16030"/>
              <a:stretch>
                <a:fillRect/>
              </a:stretch>
            </p:blipFill>
            <p:spPr bwMode="auto">
              <a:xfrm>
                <a:off x="0" y="2697480"/>
                <a:ext cx="12787814" cy="42062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208" name="Rectangle 207"/>
              <p:cNvSpPr/>
              <p:nvPr/>
            </p:nvSpPr>
            <p:spPr>
              <a:xfrm>
                <a:off x="8305799" y="5880100"/>
                <a:ext cx="2438401" cy="446316"/>
              </a:xfrm>
              <a:prstGeom prst="rect">
                <a:avLst/>
              </a:prstGeom>
              <a:solidFill>
                <a:srgbClr val="7777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Rectangle 208"/>
              <p:cNvSpPr/>
              <p:nvPr/>
            </p:nvSpPr>
            <p:spPr>
              <a:xfrm>
                <a:off x="8291284" y="4533900"/>
                <a:ext cx="2440981" cy="1333500"/>
              </a:xfrm>
              <a:prstGeom prst="rect">
                <a:avLst/>
              </a:prstGeom>
              <a:solidFill>
                <a:srgbClr val="FFFF99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401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405</a:t>
                </a:r>
              </a:p>
            </p:txBody>
          </p:sp>
          <p:sp>
            <p:nvSpPr>
              <p:cNvPr id="210" name="Rectangle 209"/>
              <p:cNvSpPr/>
              <p:nvPr/>
            </p:nvSpPr>
            <p:spPr>
              <a:xfrm>
                <a:off x="12014200" y="5681737"/>
                <a:ext cx="558800" cy="651935"/>
              </a:xfrm>
              <a:prstGeom prst="rect">
                <a:avLst/>
              </a:prstGeom>
              <a:solidFill>
                <a:srgbClr val="0066FF">
                  <a:alpha val="49804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600" dirty="0">
                    <a:solidFill>
                      <a:schemeClr val="tx1"/>
                    </a:solidFill>
                  </a:rPr>
                  <a:t>404</a:t>
                </a:r>
              </a:p>
            </p:txBody>
          </p:sp>
          <p:sp>
            <p:nvSpPr>
              <p:cNvPr id="211" name="Rectangle 210"/>
              <p:cNvSpPr/>
              <p:nvPr/>
            </p:nvSpPr>
            <p:spPr>
              <a:xfrm>
                <a:off x="7696200" y="4546600"/>
                <a:ext cx="597665" cy="787400"/>
              </a:xfrm>
              <a:prstGeom prst="rect">
                <a:avLst/>
              </a:prstGeom>
              <a:solidFill>
                <a:srgbClr val="FFFF99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Rectangle 211"/>
              <p:cNvSpPr/>
              <p:nvPr/>
            </p:nvSpPr>
            <p:spPr>
              <a:xfrm>
                <a:off x="11379200" y="4279900"/>
                <a:ext cx="1206500" cy="444500"/>
              </a:xfrm>
              <a:prstGeom prst="rect">
                <a:avLst/>
              </a:prstGeom>
              <a:solidFill>
                <a:srgbClr val="FFFF99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>
                    <a:solidFill>
                      <a:schemeClr val="tx1"/>
                    </a:solidFill>
                  </a:rPr>
                  <a:t>402-403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Rectangle 212"/>
              <p:cNvSpPr/>
              <p:nvPr/>
            </p:nvSpPr>
            <p:spPr>
              <a:xfrm>
                <a:off x="7708899" y="4038600"/>
                <a:ext cx="3009901" cy="497116"/>
              </a:xfrm>
              <a:prstGeom prst="rect">
                <a:avLst/>
              </a:prstGeom>
              <a:solidFill>
                <a:srgbClr val="7777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Rectangle 213"/>
              <p:cNvSpPr/>
              <p:nvPr/>
            </p:nvSpPr>
            <p:spPr>
              <a:xfrm>
                <a:off x="11398249" y="3771900"/>
                <a:ext cx="1162051" cy="497116"/>
              </a:xfrm>
              <a:prstGeom prst="rect">
                <a:avLst/>
              </a:prstGeom>
              <a:solidFill>
                <a:srgbClr val="7777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87" name="Group 186"/>
            <p:cNvGrpSpPr>
              <a:grpSpLocks noChangeAspect="1"/>
            </p:cNvGrpSpPr>
            <p:nvPr/>
          </p:nvGrpSpPr>
          <p:grpSpPr>
            <a:xfrm>
              <a:off x="7592221" y="2754981"/>
              <a:ext cx="2988000" cy="1562732"/>
              <a:chOff x="0" y="952500"/>
              <a:chExt cx="12801600" cy="6695268"/>
            </a:xfrm>
          </p:grpSpPr>
          <p:pic>
            <p:nvPicPr>
              <p:cNvPr id="188" name="Picture 2"/>
              <p:cNvPicPr>
                <a:picLocks noChangeAspect="1" noChangeArrowheads="1"/>
              </p:cNvPicPr>
              <p:nvPr/>
            </p:nvPicPr>
            <p:blipFill>
              <a:blip r:embed="rId3"/>
              <a:srcRect t="3335" r="9710" b="16615"/>
              <a:stretch>
                <a:fillRect/>
              </a:stretch>
            </p:blipFill>
            <p:spPr bwMode="auto">
              <a:xfrm>
                <a:off x="0" y="952500"/>
                <a:ext cx="12801600" cy="66952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89" name="Rectangle 188"/>
              <p:cNvSpPr/>
              <p:nvPr/>
            </p:nvSpPr>
            <p:spPr>
              <a:xfrm>
                <a:off x="7238999" y="1709057"/>
                <a:ext cx="2645229" cy="696686"/>
              </a:xfrm>
              <a:prstGeom prst="rect">
                <a:avLst/>
              </a:prstGeom>
              <a:solidFill>
                <a:srgbClr val="7777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Rectangle 189"/>
              <p:cNvSpPr/>
              <p:nvPr/>
            </p:nvSpPr>
            <p:spPr>
              <a:xfrm>
                <a:off x="7260770" y="4256314"/>
                <a:ext cx="3494316" cy="696686"/>
              </a:xfrm>
              <a:prstGeom prst="rect">
                <a:avLst/>
              </a:prstGeom>
              <a:solidFill>
                <a:srgbClr val="7777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Rectangle 190"/>
              <p:cNvSpPr/>
              <p:nvPr/>
            </p:nvSpPr>
            <p:spPr>
              <a:xfrm>
                <a:off x="7249887" y="2405744"/>
                <a:ext cx="2634344" cy="653143"/>
              </a:xfrm>
              <a:prstGeom prst="rect">
                <a:avLst/>
              </a:prstGeom>
              <a:solidFill>
                <a:srgbClr val="FFFF99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401 </a:t>
                </a:r>
                <a:r>
                  <a:rPr lang="en-US" sz="800" dirty="0">
                    <a:solidFill>
                      <a:schemeClr val="tx1"/>
                    </a:solidFill>
                  </a:rPr>
                  <a:t>(22)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2" name="Rectangle 191"/>
              <p:cNvSpPr/>
              <p:nvPr/>
            </p:nvSpPr>
            <p:spPr>
              <a:xfrm>
                <a:off x="7271655" y="3570514"/>
                <a:ext cx="3494315" cy="653143"/>
              </a:xfrm>
              <a:prstGeom prst="rect">
                <a:avLst/>
              </a:prstGeom>
              <a:solidFill>
                <a:srgbClr val="FFFF99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402 </a:t>
                </a:r>
                <a:r>
                  <a:rPr lang="en-US" sz="800" dirty="0">
                    <a:solidFill>
                      <a:schemeClr val="tx1"/>
                    </a:solidFill>
                  </a:rPr>
                  <a:t>(33)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3" name="Rectangle 192"/>
              <p:cNvSpPr/>
              <p:nvPr/>
            </p:nvSpPr>
            <p:spPr>
              <a:xfrm>
                <a:off x="11353800" y="4024085"/>
                <a:ext cx="861785" cy="914400"/>
              </a:xfrm>
              <a:prstGeom prst="rect">
                <a:avLst/>
              </a:prstGeom>
              <a:solidFill>
                <a:srgbClr val="0066FF">
                  <a:alpha val="49804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800" dirty="0">
                    <a:solidFill>
                      <a:schemeClr val="tx1"/>
                    </a:solidFill>
                  </a:rPr>
                  <a:t>402</a:t>
                </a:r>
              </a:p>
            </p:txBody>
          </p:sp>
        </p:grpSp>
        <p:grpSp>
          <p:nvGrpSpPr>
            <p:cNvPr id="194" name="Group 193"/>
            <p:cNvGrpSpPr>
              <a:grpSpLocks noChangeAspect="1"/>
            </p:cNvGrpSpPr>
            <p:nvPr/>
          </p:nvGrpSpPr>
          <p:grpSpPr>
            <a:xfrm>
              <a:off x="8772709" y="3940535"/>
              <a:ext cx="3132000" cy="1284743"/>
              <a:chOff x="0" y="1722120"/>
              <a:chExt cx="12801600" cy="5251196"/>
            </a:xfrm>
          </p:grpSpPr>
          <p:pic>
            <p:nvPicPr>
              <p:cNvPr id="195" name="Picture 2"/>
              <p:cNvPicPr>
                <a:picLocks noChangeAspect="1" noChangeArrowheads="1"/>
              </p:cNvPicPr>
              <p:nvPr/>
            </p:nvPicPr>
            <p:blipFill>
              <a:blip r:embed="rId4"/>
              <a:srcRect l="1909" t="7195" r="10894" b="28053"/>
              <a:stretch>
                <a:fillRect/>
              </a:stretch>
            </p:blipFill>
            <p:spPr bwMode="auto">
              <a:xfrm>
                <a:off x="0" y="1722120"/>
                <a:ext cx="12801600" cy="52511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96" name="Rectangle 195"/>
              <p:cNvSpPr/>
              <p:nvPr/>
            </p:nvSpPr>
            <p:spPr>
              <a:xfrm>
                <a:off x="10109199" y="5094515"/>
                <a:ext cx="830945" cy="674915"/>
              </a:xfrm>
              <a:prstGeom prst="rect">
                <a:avLst/>
              </a:prstGeom>
              <a:solidFill>
                <a:srgbClr val="00FFFF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800" dirty="0">
                    <a:solidFill>
                      <a:schemeClr val="tx1"/>
                    </a:solidFill>
                  </a:rPr>
                  <a:t>404</a:t>
                </a:r>
              </a:p>
            </p:txBody>
          </p:sp>
          <p:sp>
            <p:nvSpPr>
              <p:cNvPr id="197" name="Rectangle 196"/>
              <p:cNvSpPr/>
              <p:nvPr/>
            </p:nvSpPr>
            <p:spPr>
              <a:xfrm>
                <a:off x="6531428" y="2536373"/>
                <a:ext cx="2645229" cy="696686"/>
              </a:xfrm>
              <a:prstGeom prst="rect">
                <a:avLst/>
              </a:prstGeom>
              <a:solidFill>
                <a:srgbClr val="7777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1200"/>
              </a:p>
            </p:txBody>
          </p:sp>
          <p:sp>
            <p:nvSpPr>
              <p:cNvPr id="198" name="Rectangle 197"/>
              <p:cNvSpPr/>
              <p:nvPr/>
            </p:nvSpPr>
            <p:spPr>
              <a:xfrm>
                <a:off x="6553199" y="5083630"/>
                <a:ext cx="3494316" cy="696686"/>
              </a:xfrm>
              <a:prstGeom prst="rect">
                <a:avLst/>
              </a:prstGeom>
              <a:solidFill>
                <a:srgbClr val="7777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1200"/>
              </a:p>
            </p:txBody>
          </p:sp>
          <p:sp>
            <p:nvSpPr>
              <p:cNvPr id="199" name="Rectangle 198"/>
              <p:cNvSpPr/>
              <p:nvPr/>
            </p:nvSpPr>
            <p:spPr>
              <a:xfrm>
                <a:off x="6542315" y="3233059"/>
                <a:ext cx="2634343" cy="653143"/>
              </a:xfrm>
              <a:prstGeom prst="rect">
                <a:avLst/>
              </a:prstGeom>
              <a:solidFill>
                <a:srgbClr val="FFFF99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403 </a:t>
                </a:r>
                <a:r>
                  <a:rPr lang="en-US" sz="800" dirty="0">
                    <a:solidFill>
                      <a:schemeClr val="tx1"/>
                    </a:solidFill>
                  </a:rPr>
                  <a:t>(22)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0" name="Rectangle 199"/>
              <p:cNvSpPr/>
              <p:nvPr/>
            </p:nvSpPr>
            <p:spPr>
              <a:xfrm>
                <a:off x="6564084" y="4419602"/>
                <a:ext cx="3494315" cy="653143"/>
              </a:xfrm>
              <a:prstGeom prst="rect">
                <a:avLst/>
              </a:prstGeom>
              <a:solidFill>
                <a:srgbClr val="FFFF99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405 </a:t>
                </a:r>
                <a:r>
                  <a:rPr lang="en-US" sz="800" dirty="0">
                    <a:solidFill>
                      <a:schemeClr val="tx1"/>
                    </a:solidFill>
                  </a:rPr>
                  <a:t>(34)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1" name="Rectangle 200"/>
              <p:cNvSpPr/>
              <p:nvPr/>
            </p:nvSpPr>
            <p:spPr>
              <a:xfrm>
                <a:off x="2786744" y="2852060"/>
                <a:ext cx="2190398" cy="696686"/>
              </a:xfrm>
              <a:prstGeom prst="rect">
                <a:avLst/>
              </a:prstGeom>
              <a:solidFill>
                <a:srgbClr val="7777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1200"/>
              </a:p>
            </p:txBody>
          </p:sp>
          <p:sp>
            <p:nvSpPr>
              <p:cNvPr id="202" name="Rectangle 201"/>
              <p:cNvSpPr/>
              <p:nvPr/>
            </p:nvSpPr>
            <p:spPr>
              <a:xfrm>
                <a:off x="2786742" y="5769431"/>
                <a:ext cx="2688772" cy="696686"/>
              </a:xfrm>
              <a:prstGeom prst="rect">
                <a:avLst/>
              </a:prstGeom>
              <a:solidFill>
                <a:srgbClr val="777777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1200"/>
              </a:p>
            </p:txBody>
          </p:sp>
          <p:sp>
            <p:nvSpPr>
              <p:cNvPr id="203" name="Rectangle 202"/>
              <p:cNvSpPr/>
              <p:nvPr/>
            </p:nvSpPr>
            <p:spPr>
              <a:xfrm>
                <a:off x="2775857" y="3570516"/>
                <a:ext cx="2677886" cy="2188027"/>
              </a:xfrm>
              <a:prstGeom prst="rect">
                <a:avLst/>
              </a:prstGeom>
              <a:solidFill>
                <a:srgbClr val="FFFF99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402 </a:t>
                </a:r>
                <a:r>
                  <a:rPr lang="en-US" sz="600" dirty="0">
                    <a:solidFill>
                      <a:schemeClr val="tx1"/>
                    </a:solidFill>
                  </a:rPr>
                  <a:t>(34)</a:t>
                </a:r>
              </a:p>
              <a:p>
                <a:pPr algn="ctr"/>
                <a:endParaRPr lang="en-US" sz="12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406 </a:t>
                </a:r>
                <a:r>
                  <a:rPr lang="en-US" sz="600" dirty="0">
                    <a:solidFill>
                      <a:schemeClr val="tx1"/>
                    </a:solidFill>
                  </a:rPr>
                  <a:t>(31)</a:t>
                </a:r>
              </a:p>
            </p:txBody>
          </p:sp>
          <p:sp>
            <p:nvSpPr>
              <p:cNvPr id="204" name="Rectangle 203"/>
              <p:cNvSpPr/>
              <p:nvPr/>
            </p:nvSpPr>
            <p:spPr>
              <a:xfrm>
                <a:off x="1866899" y="3395132"/>
                <a:ext cx="867833" cy="999067"/>
              </a:xfrm>
              <a:prstGeom prst="rect">
                <a:avLst/>
              </a:prstGeom>
              <a:solidFill>
                <a:srgbClr val="0066FF">
                  <a:alpha val="49804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800" dirty="0">
                    <a:solidFill>
                      <a:schemeClr val="tx1"/>
                    </a:solidFill>
                  </a:rPr>
                  <a:t>401</a:t>
                </a:r>
              </a:p>
            </p:txBody>
          </p:sp>
          <p:sp>
            <p:nvSpPr>
              <p:cNvPr id="205" name="Rectangle 204"/>
              <p:cNvSpPr/>
              <p:nvPr/>
            </p:nvSpPr>
            <p:spPr>
              <a:xfrm>
                <a:off x="1866899" y="4936066"/>
                <a:ext cx="867833" cy="999067"/>
              </a:xfrm>
              <a:prstGeom prst="rect">
                <a:avLst/>
              </a:prstGeom>
              <a:solidFill>
                <a:srgbClr val="0066FF">
                  <a:alpha val="49804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r>
                  <a:rPr lang="en-US" sz="800" dirty="0">
                    <a:solidFill>
                      <a:schemeClr val="tx1"/>
                    </a:solidFill>
                  </a:rPr>
                  <a:t>407</a:t>
                </a:r>
              </a:p>
            </p:txBody>
          </p:sp>
        </p:grpSp>
      </p:grpSp>
      <p:grpSp>
        <p:nvGrpSpPr>
          <p:cNvPr id="42" name="Group 41"/>
          <p:cNvGrpSpPr/>
          <p:nvPr/>
        </p:nvGrpSpPr>
        <p:grpSpPr>
          <a:xfrm>
            <a:off x="982953" y="4310878"/>
            <a:ext cx="4802386" cy="2343525"/>
            <a:chOff x="124379" y="3193926"/>
            <a:chExt cx="5093324" cy="2485499"/>
          </a:xfrm>
        </p:grpSpPr>
        <p:pic>
          <p:nvPicPr>
            <p:cNvPr id="43" name="Picture 42"/>
            <p:cNvPicPr>
              <a:picLocks noChangeAspect="1"/>
            </p:cNvPicPr>
            <p:nvPr/>
          </p:nvPicPr>
          <p:blipFill rotWithShape="1">
            <a:blip r:embed="rId5"/>
            <a:srcRect l="28594" t="14861" r="22656" b="53334"/>
            <a:stretch>
              <a:fillRect/>
            </a:stretch>
          </p:blipFill>
          <p:spPr>
            <a:xfrm>
              <a:off x="124379" y="3526046"/>
              <a:ext cx="1824847" cy="669693"/>
            </a:xfrm>
            <a:prstGeom prst="rect">
              <a:avLst/>
            </a:prstGeom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 rotWithShape="1">
            <a:blip r:embed="rId6"/>
            <a:srcRect l="19954" t="25728" r="48532" b="59878"/>
            <a:stretch>
              <a:fillRect/>
            </a:stretch>
          </p:blipFill>
          <p:spPr>
            <a:xfrm>
              <a:off x="3237703" y="5170728"/>
              <a:ext cx="1980000" cy="508697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/>
          </p:nvPicPr>
          <p:blipFill rotWithShape="1">
            <a:blip r:embed="rId7"/>
            <a:srcRect l="25596" t="26177" r="51560" b="58165"/>
            <a:stretch>
              <a:fillRect/>
            </a:stretch>
          </p:blipFill>
          <p:spPr>
            <a:xfrm>
              <a:off x="3644737" y="3193926"/>
              <a:ext cx="1368000" cy="527422"/>
            </a:xfrm>
            <a:prstGeom prst="rect">
              <a:avLst/>
            </a:prstGeom>
          </p:spPr>
        </p:pic>
      </p:grpSp>
      <p:sp>
        <p:nvSpPr>
          <p:cNvPr id="3" name="Rectangle 2"/>
          <p:cNvSpPr/>
          <p:nvPr/>
        </p:nvSpPr>
        <p:spPr>
          <a:xfrm>
            <a:off x="1373100" y="4766127"/>
            <a:ext cx="1261252" cy="325459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Chem (9F, 41S)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80118" y="5439150"/>
            <a:ext cx="77136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AB12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 rotWithShape="1">
          <a:blip r:embed="rId8"/>
          <a:srcRect l="33853" t="57615" r="48327" b="13150"/>
          <a:stretch>
            <a:fillRect/>
          </a:stretch>
        </p:blipFill>
        <p:spPr>
          <a:xfrm>
            <a:off x="1343339" y="7340453"/>
            <a:ext cx="319522" cy="29484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08229" y="7307628"/>
            <a:ext cx="63511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AB8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41492" y="6187510"/>
            <a:ext cx="1702931" cy="1103545"/>
          </a:xfrm>
          <a:prstGeom prst="rect">
            <a:avLst/>
          </a:prstGeom>
          <a:solidFill>
            <a:srgbClr val="BE9B7B">
              <a:alpha val="9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CSE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(22F, 81S</a:t>
            </a:r>
            <a:r>
              <a:rPr lang="en-IN" sz="800" dirty="0">
                <a:solidFill>
                  <a:schemeClr val="tx1"/>
                </a:solidFill>
              </a:rPr>
              <a:t>)</a:t>
            </a:r>
            <a:endParaRPr lang="en-IN" sz="1600" dirty="0">
              <a:solidFill>
                <a:schemeClr val="tx1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0603845" y="6358138"/>
            <a:ext cx="973856" cy="162471"/>
            <a:chOff x="10574883" y="7455020"/>
            <a:chExt cx="973856" cy="162471"/>
          </a:xfrm>
        </p:grpSpPr>
        <p:sp>
          <p:nvSpPr>
            <p:cNvPr id="53" name="Rectangle 52"/>
            <p:cNvSpPr/>
            <p:nvPr/>
          </p:nvSpPr>
          <p:spPr>
            <a:xfrm>
              <a:off x="10574883" y="7456881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0671366" y="7455891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0767745" y="7456882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0862640" y="7455892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0958863" y="7456880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1055262" y="7456796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1152148" y="7457025"/>
              <a:ext cx="98912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1255915" y="7455898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H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1352947" y="7455020"/>
              <a:ext cx="98912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1457209" y="7455514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J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0799783" y="6951833"/>
            <a:ext cx="779854" cy="161676"/>
            <a:chOff x="10689428" y="7644744"/>
            <a:chExt cx="779854" cy="161676"/>
          </a:xfrm>
        </p:grpSpPr>
        <p:sp>
          <p:nvSpPr>
            <p:cNvPr id="63" name="Rectangle 62"/>
            <p:cNvSpPr/>
            <p:nvPr/>
          </p:nvSpPr>
          <p:spPr>
            <a:xfrm>
              <a:off x="10689428" y="7645460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H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0784771" y="7644744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0880994" y="7645732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0977393" y="7645648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074363" y="7645732"/>
              <a:ext cx="98912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1178045" y="7644750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1275078" y="7645460"/>
              <a:ext cx="98912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1377752" y="7645954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A</a:t>
              </a: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11795882" y="6278049"/>
            <a:ext cx="379495" cy="161454"/>
            <a:chOff x="10689428" y="7644744"/>
            <a:chExt cx="379495" cy="161454"/>
          </a:xfrm>
        </p:grpSpPr>
        <p:sp>
          <p:nvSpPr>
            <p:cNvPr id="74" name="Rectangle 73"/>
            <p:cNvSpPr/>
            <p:nvPr/>
          </p:nvSpPr>
          <p:spPr>
            <a:xfrm>
              <a:off x="10689428" y="7645460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0784771" y="7644744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0880994" y="7645732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10977393" y="7645648"/>
              <a:ext cx="91530" cy="160466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B</a:t>
              </a:r>
            </a:p>
          </p:txBody>
        </p:sp>
      </p:grpSp>
      <p:sp>
        <p:nvSpPr>
          <p:cNvPr id="84" name="Rectangle 83"/>
          <p:cNvSpPr/>
          <p:nvPr/>
        </p:nvSpPr>
        <p:spPr>
          <a:xfrm>
            <a:off x="10195071" y="5945970"/>
            <a:ext cx="103135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300420" y="5945970"/>
            <a:ext cx="103135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984373" y="5945970"/>
            <a:ext cx="103135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89722" y="5945970"/>
            <a:ext cx="103135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771844" y="5945970"/>
            <a:ext cx="103135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 F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877193" y="5945970"/>
            <a:ext cx="103135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778207" y="5278381"/>
            <a:ext cx="96772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 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80009" y="5278381"/>
            <a:ext cx="96772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982459" y="5278381"/>
            <a:ext cx="96772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082877" y="5278381"/>
            <a:ext cx="96772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182151" y="5278381"/>
            <a:ext cx="96772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262633" y="5790620"/>
            <a:ext cx="93631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357397" y="5790620"/>
            <a:ext cx="103135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1051935" y="5790620"/>
            <a:ext cx="103135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157284" y="5790620"/>
            <a:ext cx="103135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845800" y="5790620"/>
            <a:ext cx="96741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 F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944755" y="5790620"/>
            <a:ext cx="103135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651492" y="5790620"/>
            <a:ext cx="92277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 H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750550" y="5790620"/>
            <a:ext cx="91862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649724" y="5200093"/>
            <a:ext cx="96772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 A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751526" y="5200093"/>
            <a:ext cx="96772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853976" y="5200093"/>
            <a:ext cx="96772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954394" y="5200093"/>
            <a:ext cx="96772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1054727" y="5200093"/>
            <a:ext cx="96772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151715" y="5198574"/>
            <a:ext cx="96772" cy="156520"/>
          </a:xfrm>
          <a:prstGeom prst="rect">
            <a:avLst/>
          </a:prstGeom>
          <a:solidFill>
            <a:srgbClr val="777777">
              <a:alpha val="50196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0" rIns="0" bIns="0" rtlCol="0" anchor="t"/>
          <a:lstStyle/>
          <a:p>
            <a:r>
              <a:rPr lang="en-US" sz="500" dirty="0">
                <a:solidFill>
                  <a:schemeClr val="tx1"/>
                </a:solidFill>
              </a:rPr>
              <a:t>F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9624712" y="4063504"/>
            <a:ext cx="766441" cy="719975"/>
            <a:chOff x="9624712" y="4034914"/>
            <a:chExt cx="810808" cy="748566"/>
          </a:xfrm>
        </p:grpSpPr>
        <p:sp>
          <p:nvSpPr>
            <p:cNvPr id="124" name="Rectangle 123"/>
            <p:cNvSpPr/>
            <p:nvPr/>
          </p:nvSpPr>
          <p:spPr>
            <a:xfrm>
              <a:off x="10237621" y="4626960"/>
              <a:ext cx="93631" cy="15652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10332385" y="4626960"/>
              <a:ext cx="103135" cy="15652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10026923" y="4626960"/>
              <a:ext cx="103135" cy="15652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10132272" y="4626960"/>
              <a:ext cx="103135" cy="15652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9820788" y="4626960"/>
              <a:ext cx="96741" cy="15652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9919743" y="4626960"/>
              <a:ext cx="103135" cy="15652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9626480" y="4626960"/>
              <a:ext cx="92277" cy="15652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H</a:t>
              </a:r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9725538" y="4626960"/>
              <a:ext cx="91862" cy="15652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9624712" y="4036433"/>
              <a:ext cx="96772" cy="15652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 A</a:t>
              </a:r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9726514" y="4036433"/>
              <a:ext cx="96772" cy="15652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9828964" y="4036433"/>
              <a:ext cx="96772" cy="15652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9929382" y="4036433"/>
              <a:ext cx="96772" cy="15652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10029715" y="4036433"/>
              <a:ext cx="96772" cy="15652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10126703" y="4034914"/>
              <a:ext cx="96772" cy="156520"/>
            </a:xfrm>
            <a:prstGeom prst="rect">
              <a:avLst/>
            </a:prstGeom>
            <a:solidFill>
              <a:srgbClr val="777777">
                <a:alpha val="50196"/>
              </a:srgbClr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500" dirty="0">
                  <a:solidFill>
                    <a:schemeClr val="tx1"/>
                  </a:solidFill>
                </a:rPr>
                <a:t>F</a:t>
              </a:r>
            </a:p>
          </p:txBody>
        </p:sp>
      </p:grpSp>
      <p:sp>
        <p:nvSpPr>
          <p:cNvPr id="9" name="Freeform: Shape 8"/>
          <p:cNvSpPr/>
          <p:nvPr/>
        </p:nvSpPr>
        <p:spPr>
          <a:xfrm>
            <a:off x="9558338" y="5265738"/>
            <a:ext cx="844550" cy="849312"/>
          </a:xfrm>
          <a:custGeom>
            <a:avLst/>
            <a:gdLst>
              <a:gd name="connsiteX0" fmla="*/ 463550 w 844550"/>
              <a:gd name="connsiteY0" fmla="*/ 849312 h 849312"/>
              <a:gd name="connsiteX1" fmla="*/ 844550 w 844550"/>
              <a:gd name="connsiteY1" fmla="*/ 849312 h 849312"/>
              <a:gd name="connsiteX2" fmla="*/ 844550 w 844550"/>
              <a:gd name="connsiteY2" fmla="*/ 166687 h 849312"/>
              <a:gd name="connsiteX3" fmla="*/ 735012 w 844550"/>
              <a:gd name="connsiteY3" fmla="*/ 166687 h 849312"/>
              <a:gd name="connsiteX4" fmla="*/ 735012 w 844550"/>
              <a:gd name="connsiteY4" fmla="*/ 0 h 849312"/>
              <a:gd name="connsiteX5" fmla="*/ 212725 w 844550"/>
              <a:gd name="connsiteY5" fmla="*/ 0 h 849312"/>
              <a:gd name="connsiteX6" fmla="*/ 212725 w 844550"/>
              <a:gd name="connsiteY6" fmla="*/ 481012 h 849312"/>
              <a:gd name="connsiteX7" fmla="*/ 0 w 844550"/>
              <a:gd name="connsiteY7" fmla="*/ 481012 h 849312"/>
              <a:gd name="connsiteX8" fmla="*/ 0 w 844550"/>
              <a:gd name="connsiteY8" fmla="*/ 727075 h 849312"/>
              <a:gd name="connsiteX9" fmla="*/ 212725 w 844550"/>
              <a:gd name="connsiteY9" fmla="*/ 727075 h 849312"/>
              <a:gd name="connsiteX10" fmla="*/ 212725 w 844550"/>
              <a:gd name="connsiteY10" fmla="*/ 844550 h 849312"/>
              <a:gd name="connsiteX11" fmla="*/ 463550 w 844550"/>
              <a:gd name="connsiteY11" fmla="*/ 849312 h 849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44550" h="849312">
                <a:moveTo>
                  <a:pt x="463550" y="849312"/>
                </a:moveTo>
                <a:lnTo>
                  <a:pt x="844550" y="849312"/>
                </a:lnTo>
                <a:lnTo>
                  <a:pt x="844550" y="166687"/>
                </a:lnTo>
                <a:lnTo>
                  <a:pt x="735012" y="166687"/>
                </a:lnTo>
                <a:lnTo>
                  <a:pt x="735012" y="0"/>
                </a:lnTo>
                <a:lnTo>
                  <a:pt x="212725" y="0"/>
                </a:lnTo>
                <a:lnTo>
                  <a:pt x="212725" y="481012"/>
                </a:lnTo>
                <a:lnTo>
                  <a:pt x="0" y="481012"/>
                </a:lnTo>
                <a:lnTo>
                  <a:pt x="0" y="727075"/>
                </a:lnTo>
                <a:lnTo>
                  <a:pt x="212725" y="727075"/>
                </a:lnTo>
                <a:lnTo>
                  <a:pt x="212725" y="844550"/>
                </a:lnTo>
                <a:lnTo>
                  <a:pt x="463550" y="849312"/>
                </a:lnTo>
                <a:close/>
              </a:path>
            </a:pathLst>
          </a:custGeom>
          <a:solidFill>
            <a:srgbClr val="614051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ESc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38" name="Freeform: Shape 137"/>
          <p:cNvSpPr/>
          <p:nvPr/>
        </p:nvSpPr>
        <p:spPr>
          <a:xfrm>
            <a:off x="4361030" y="4431040"/>
            <a:ext cx="863921" cy="295478"/>
          </a:xfrm>
          <a:custGeom>
            <a:avLst/>
            <a:gdLst>
              <a:gd name="connsiteX0" fmla="*/ 9829800 w 10397066"/>
              <a:gd name="connsiteY0" fmla="*/ 8467 h 3556000"/>
              <a:gd name="connsiteX1" fmla="*/ 10397066 w 10397066"/>
              <a:gd name="connsiteY1" fmla="*/ 8467 h 3556000"/>
              <a:gd name="connsiteX2" fmla="*/ 10397066 w 10397066"/>
              <a:gd name="connsiteY2" fmla="*/ 1693334 h 3556000"/>
              <a:gd name="connsiteX3" fmla="*/ 9211733 w 10397066"/>
              <a:gd name="connsiteY3" fmla="*/ 1693334 h 3556000"/>
              <a:gd name="connsiteX4" fmla="*/ 9211733 w 10397066"/>
              <a:gd name="connsiteY4" fmla="*/ 3556000 h 3556000"/>
              <a:gd name="connsiteX5" fmla="*/ 1752600 w 10397066"/>
              <a:gd name="connsiteY5" fmla="*/ 3556000 h 3556000"/>
              <a:gd name="connsiteX6" fmla="*/ 1752600 w 10397066"/>
              <a:gd name="connsiteY6" fmla="*/ 1684867 h 3556000"/>
              <a:gd name="connsiteX7" fmla="*/ 0 w 10397066"/>
              <a:gd name="connsiteY7" fmla="*/ 1684867 h 3556000"/>
              <a:gd name="connsiteX8" fmla="*/ 0 w 10397066"/>
              <a:gd name="connsiteY8" fmla="*/ 8467 h 3556000"/>
              <a:gd name="connsiteX9" fmla="*/ 6036733 w 10397066"/>
              <a:gd name="connsiteY9" fmla="*/ 8467 h 3556000"/>
              <a:gd name="connsiteX10" fmla="*/ 6036733 w 10397066"/>
              <a:gd name="connsiteY10" fmla="*/ 1693334 h 3556000"/>
              <a:gd name="connsiteX11" fmla="*/ 9101666 w 10397066"/>
              <a:gd name="connsiteY11" fmla="*/ 1693334 h 3556000"/>
              <a:gd name="connsiteX12" fmla="*/ 9101666 w 10397066"/>
              <a:gd name="connsiteY12" fmla="*/ 0 h 3556000"/>
              <a:gd name="connsiteX13" fmla="*/ 9829800 w 10397066"/>
              <a:gd name="connsiteY13" fmla="*/ 8467 h 35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397066" h="3556000">
                <a:moveTo>
                  <a:pt x="9829800" y="8467"/>
                </a:moveTo>
                <a:lnTo>
                  <a:pt x="10397066" y="8467"/>
                </a:lnTo>
                <a:lnTo>
                  <a:pt x="10397066" y="1693334"/>
                </a:lnTo>
                <a:lnTo>
                  <a:pt x="9211733" y="1693334"/>
                </a:lnTo>
                <a:lnTo>
                  <a:pt x="9211733" y="3556000"/>
                </a:lnTo>
                <a:lnTo>
                  <a:pt x="1752600" y="3556000"/>
                </a:lnTo>
                <a:lnTo>
                  <a:pt x="1752600" y="1684867"/>
                </a:lnTo>
                <a:lnTo>
                  <a:pt x="0" y="1684867"/>
                </a:lnTo>
                <a:lnTo>
                  <a:pt x="0" y="8467"/>
                </a:lnTo>
                <a:lnTo>
                  <a:pt x="6036733" y="8467"/>
                </a:lnTo>
                <a:lnTo>
                  <a:pt x="6036733" y="1693334"/>
                </a:lnTo>
                <a:lnTo>
                  <a:pt x="9101666" y="1693334"/>
                </a:lnTo>
                <a:lnTo>
                  <a:pt x="9101666" y="0"/>
                </a:lnTo>
                <a:lnTo>
                  <a:pt x="9829800" y="8467"/>
                </a:lnTo>
                <a:close/>
              </a:path>
            </a:pathLst>
          </a:custGeom>
          <a:solidFill>
            <a:srgbClr val="FFFF0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CL (5F+40S)</a:t>
            </a:r>
            <a:endParaRPr lang="en-IN" sz="700" dirty="0">
              <a:solidFill>
                <a:schemeClr val="tx1"/>
              </a:solidFill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4861158" y="4431999"/>
            <a:ext cx="255356" cy="138693"/>
          </a:xfrm>
          <a:prstGeom prst="rect">
            <a:avLst/>
          </a:prstGeom>
          <a:solidFill>
            <a:srgbClr val="EBF5F0">
              <a:alpha val="9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HSS(2F)</a:t>
            </a:r>
            <a:endParaRPr lang="en-IN" sz="800" dirty="0">
              <a:solidFill>
                <a:schemeClr val="tx1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4146075" y="6263523"/>
            <a:ext cx="1140300" cy="324536"/>
            <a:chOff x="631699" y="2503245"/>
            <a:chExt cx="11472417" cy="3809927"/>
          </a:xfrm>
        </p:grpSpPr>
        <p:sp>
          <p:nvSpPr>
            <p:cNvPr id="140" name="Freeform 3"/>
            <p:cNvSpPr/>
            <p:nvPr/>
          </p:nvSpPr>
          <p:spPr>
            <a:xfrm>
              <a:off x="4325699" y="2527630"/>
              <a:ext cx="7778417" cy="3785542"/>
            </a:xfrm>
            <a:custGeom>
              <a:avLst/>
              <a:gdLst>
                <a:gd name="connsiteX0" fmla="*/ 22303 w 8051181"/>
                <a:gd name="connsiteY0" fmla="*/ 3880624 h 3880624"/>
                <a:gd name="connsiteX1" fmla="*/ 6802244 w 8051181"/>
                <a:gd name="connsiteY1" fmla="*/ 3880624 h 3880624"/>
                <a:gd name="connsiteX2" fmla="*/ 6802244 w 8051181"/>
                <a:gd name="connsiteY2" fmla="*/ 1828800 h 3880624"/>
                <a:gd name="connsiteX3" fmla="*/ 8051181 w 8051181"/>
                <a:gd name="connsiteY3" fmla="*/ 1828800 h 3880624"/>
                <a:gd name="connsiteX4" fmla="*/ 8051181 w 8051181"/>
                <a:gd name="connsiteY4" fmla="*/ 0 h 3880624"/>
                <a:gd name="connsiteX5" fmla="*/ 1115122 w 8051181"/>
                <a:gd name="connsiteY5" fmla="*/ 0 h 3880624"/>
                <a:gd name="connsiteX6" fmla="*/ 1115122 w 8051181"/>
                <a:gd name="connsiteY6" fmla="*/ 1806498 h 3880624"/>
                <a:gd name="connsiteX7" fmla="*/ 0 w 8051181"/>
                <a:gd name="connsiteY7" fmla="*/ 1806498 h 3880624"/>
                <a:gd name="connsiteX8" fmla="*/ 22303 w 8051181"/>
                <a:gd name="connsiteY8" fmla="*/ 3880624 h 388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51181" h="3880624">
                  <a:moveTo>
                    <a:pt x="22303" y="3880624"/>
                  </a:moveTo>
                  <a:lnTo>
                    <a:pt x="6802244" y="3880624"/>
                  </a:lnTo>
                  <a:lnTo>
                    <a:pt x="6802244" y="1828800"/>
                  </a:lnTo>
                  <a:lnTo>
                    <a:pt x="8051181" y="1828800"/>
                  </a:lnTo>
                  <a:lnTo>
                    <a:pt x="8051181" y="0"/>
                  </a:lnTo>
                  <a:lnTo>
                    <a:pt x="1115122" y="0"/>
                  </a:lnTo>
                  <a:lnTo>
                    <a:pt x="1115122" y="1806498"/>
                  </a:lnTo>
                  <a:lnTo>
                    <a:pt x="0" y="1806498"/>
                  </a:lnTo>
                  <a:lnTo>
                    <a:pt x="22303" y="3880624"/>
                  </a:lnTo>
                  <a:close/>
                </a:path>
              </a:pathLst>
            </a:custGeom>
            <a:solidFill>
              <a:srgbClr val="0000FF">
                <a:alpha val="7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BSE(F5+40S)</a:t>
              </a:r>
            </a:p>
          </p:txBody>
        </p:sp>
        <p:sp>
          <p:nvSpPr>
            <p:cNvPr id="141" name="Freeform: Shape 140"/>
            <p:cNvSpPr/>
            <p:nvPr/>
          </p:nvSpPr>
          <p:spPr>
            <a:xfrm>
              <a:off x="631699" y="2503245"/>
              <a:ext cx="4803228" cy="3689131"/>
            </a:xfrm>
            <a:custGeom>
              <a:avLst/>
              <a:gdLst>
                <a:gd name="connsiteX0" fmla="*/ 0 w 4803228"/>
                <a:gd name="connsiteY0" fmla="*/ 0 h 3689131"/>
                <a:gd name="connsiteX1" fmla="*/ 4803228 w 4803228"/>
                <a:gd name="connsiteY1" fmla="*/ 0 h 3689131"/>
                <a:gd name="connsiteX2" fmla="*/ 4803228 w 4803228"/>
                <a:gd name="connsiteY2" fmla="*/ 1797269 h 3689131"/>
                <a:gd name="connsiteX3" fmla="*/ 1765738 w 4803228"/>
                <a:gd name="connsiteY3" fmla="*/ 1797269 h 3689131"/>
                <a:gd name="connsiteX4" fmla="*/ 1765738 w 4803228"/>
                <a:gd name="connsiteY4" fmla="*/ 3689131 h 3689131"/>
                <a:gd name="connsiteX5" fmla="*/ 31531 w 4803228"/>
                <a:gd name="connsiteY5" fmla="*/ 3689131 h 3689131"/>
                <a:gd name="connsiteX6" fmla="*/ 0 w 4803228"/>
                <a:gd name="connsiteY6" fmla="*/ 0 h 3689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03228" h="3689131">
                  <a:moveTo>
                    <a:pt x="0" y="0"/>
                  </a:moveTo>
                  <a:lnTo>
                    <a:pt x="4803228" y="0"/>
                  </a:lnTo>
                  <a:lnTo>
                    <a:pt x="4803228" y="1797269"/>
                  </a:lnTo>
                  <a:lnTo>
                    <a:pt x="1765738" y="1797269"/>
                  </a:lnTo>
                  <a:lnTo>
                    <a:pt x="1765738" y="3689131"/>
                  </a:lnTo>
                  <a:lnTo>
                    <a:pt x="31531" y="3689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9121">
                <a:alpha val="7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CE (5F)</a:t>
              </a:r>
              <a:endParaRPr lang="en-IN" sz="800" dirty="0"/>
            </a:p>
          </p:txBody>
        </p:sp>
      </p:grpSp>
      <p:sp>
        <p:nvSpPr>
          <p:cNvPr id="142" name="Rectangle 141"/>
          <p:cNvSpPr/>
          <p:nvPr/>
        </p:nvSpPr>
        <p:spPr>
          <a:xfrm>
            <a:off x="9578544" y="4009417"/>
            <a:ext cx="1165225" cy="807489"/>
          </a:xfrm>
          <a:prstGeom prst="rect">
            <a:avLst/>
          </a:prstGeom>
          <a:solidFill>
            <a:schemeClr val="bg1">
              <a:alpha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MSE</a:t>
            </a:r>
            <a:endParaRPr lang="en-I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1714500"/>
            <a:ext cx="9982200" cy="6172200"/>
          </a:xfrm>
          <a:prstGeom prst="rect">
            <a:avLst/>
          </a:prstGeom>
        </p:spPr>
      </p:pic>
      <p:sp>
        <p:nvSpPr>
          <p:cNvPr id="3" name="Shape 38"/>
          <p:cNvSpPr txBox="1"/>
          <p:nvPr/>
        </p:nvSpPr>
        <p:spPr>
          <a:xfrm>
            <a:off x="10504967" y="315512"/>
            <a:ext cx="2296633" cy="64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4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AB3 - GF</a:t>
            </a:r>
            <a:endParaRPr sz="4000" b="1" dirty="0"/>
          </a:p>
        </p:txBody>
      </p:sp>
      <p:sp>
        <p:nvSpPr>
          <p:cNvPr id="4" name="Rectangles 3"/>
          <p:cNvSpPr/>
          <p:nvPr/>
        </p:nvSpPr>
        <p:spPr>
          <a:xfrm>
            <a:off x="6080125" y="3446145"/>
            <a:ext cx="1148715" cy="14147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KPCSD</a:t>
            </a:r>
          </a:p>
        </p:txBody>
      </p:sp>
      <p:sp>
        <p:nvSpPr>
          <p:cNvPr id="5" name="Rectangles 4"/>
          <p:cNvSpPr/>
          <p:nvPr/>
        </p:nvSpPr>
        <p:spPr>
          <a:xfrm>
            <a:off x="5662930" y="6471920"/>
            <a:ext cx="955675" cy="3390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CDS</a:t>
            </a:r>
          </a:p>
        </p:txBody>
      </p:sp>
      <p:sp>
        <p:nvSpPr>
          <p:cNvPr id="6" name="Rectangles 5"/>
          <p:cNvSpPr/>
          <p:nvPr/>
        </p:nvSpPr>
        <p:spPr>
          <a:xfrm>
            <a:off x="5034280" y="5677535"/>
            <a:ext cx="786765" cy="1132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/>
              <a:t>Alumni Affairs</a:t>
            </a:r>
          </a:p>
        </p:txBody>
      </p:sp>
      <p:sp>
        <p:nvSpPr>
          <p:cNvPr id="7" name="Rectangles 6"/>
          <p:cNvSpPr/>
          <p:nvPr/>
        </p:nvSpPr>
        <p:spPr>
          <a:xfrm>
            <a:off x="5983605" y="5828030"/>
            <a:ext cx="374650" cy="2298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080125" y="4906010"/>
            <a:ext cx="9144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Reception Area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8"/>
          <p:cNvSpPr txBox="1"/>
          <p:nvPr/>
        </p:nvSpPr>
        <p:spPr>
          <a:xfrm>
            <a:off x="10504967" y="315512"/>
            <a:ext cx="2296633" cy="64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4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AB3 - FF</a:t>
            </a:r>
            <a:endParaRPr sz="40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alphaModFix amt="20000"/>
          </a:blip>
          <a:srcRect l="3956" t="26575" r="17363" b="18672"/>
          <a:stretch>
            <a:fillRect/>
          </a:stretch>
        </p:blipFill>
        <p:spPr>
          <a:xfrm>
            <a:off x="612882" y="1696453"/>
            <a:ext cx="11575835" cy="53660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096500" y="5543550"/>
            <a:ext cx="1509713" cy="111918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Materials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0" y="5514975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3/201-202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29700" y="5543550"/>
            <a:ext cx="1066800" cy="111918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Establishment &amp; Administration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3775" y="5514975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3/203-204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19987" y="5543550"/>
            <a:ext cx="1509713" cy="11191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Registrar 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8080" y="5543550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3/205-206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62700" y="5572125"/>
            <a:ext cx="771526" cy="6048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00786" y="5543550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3/209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5493" y="5572124"/>
            <a:ext cx="507207" cy="111918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Establishment &amp; Administration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9650" y="5514975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3/210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2443" y="5572122"/>
            <a:ext cx="1543050" cy="11191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Meeting Room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483" y="5543550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3/211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9700" y="3285193"/>
            <a:ext cx="2623583" cy="144396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Unallocated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9013" y="3239128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3/217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67600" y="3285192"/>
            <a:ext cx="1562100" cy="144396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Unallocated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3101" y="3239128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3/216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39708" y="3285192"/>
            <a:ext cx="1294518" cy="14439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External Relations (Communications)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93579" y="3256617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3/215</a:t>
            </a:r>
          </a:p>
        </p:txBody>
      </p:sp>
      <p:sp>
        <p:nvSpPr>
          <p:cNvPr id="27" name="Freeform: Shape 26"/>
          <p:cNvSpPr/>
          <p:nvPr/>
        </p:nvSpPr>
        <p:spPr>
          <a:xfrm>
            <a:off x="3009900" y="3048000"/>
            <a:ext cx="2825750" cy="1676400"/>
          </a:xfrm>
          <a:custGeom>
            <a:avLst/>
            <a:gdLst>
              <a:gd name="csX0" fmla="*/ 1022350 w 2825750"/>
              <a:gd name="csY0" fmla="*/ 0 h 1676400"/>
              <a:gd name="csX1" fmla="*/ 0 w 2825750"/>
              <a:gd name="csY1" fmla="*/ 984250 h 1676400"/>
              <a:gd name="csX2" fmla="*/ 692150 w 2825750"/>
              <a:gd name="csY2" fmla="*/ 1670050 h 1676400"/>
              <a:gd name="csX3" fmla="*/ 2825750 w 2825750"/>
              <a:gd name="csY3" fmla="*/ 1676400 h 1676400"/>
              <a:gd name="csX4" fmla="*/ 2825750 w 2825750"/>
              <a:gd name="csY4" fmla="*/ 234950 h 1676400"/>
              <a:gd name="csX5" fmla="*/ 1289050 w 2825750"/>
              <a:gd name="csY5" fmla="*/ 273050 h 1676400"/>
              <a:gd name="csX6" fmla="*/ 1022350 w 2825750"/>
              <a:gd name="csY6" fmla="*/ 0 h 167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825750" h="1676400">
                <a:moveTo>
                  <a:pt x="1022350" y="0"/>
                </a:moveTo>
                <a:lnTo>
                  <a:pt x="0" y="984250"/>
                </a:lnTo>
                <a:lnTo>
                  <a:pt x="692150" y="1670050"/>
                </a:lnTo>
                <a:lnTo>
                  <a:pt x="2825750" y="1676400"/>
                </a:lnTo>
                <a:lnTo>
                  <a:pt x="2825750" y="234950"/>
                </a:lnTo>
                <a:lnTo>
                  <a:pt x="1289050" y="273050"/>
                </a:lnTo>
                <a:lnTo>
                  <a:pt x="102235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Finance, Accounts &amp; Audit Office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63276" y="3239128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3/214</a:t>
            </a:r>
          </a:p>
        </p:txBody>
      </p:sp>
      <p:sp>
        <p:nvSpPr>
          <p:cNvPr id="29" name="Freeform: Shape 28"/>
          <p:cNvSpPr/>
          <p:nvPr/>
        </p:nvSpPr>
        <p:spPr>
          <a:xfrm>
            <a:off x="1638300" y="4635500"/>
            <a:ext cx="1739900" cy="2012950"/>
          </a:xfrm>
          <a:custGeom>
            <a:avLst/>
            <a:gdLst>
              <a:gd name="csX0" fmla="*/ 781050 w 1739900"/>
              <a:gd name="csY0" fmla="*/ 0 h 2012950"/>
              <a:gd name="csX1" fmla="*/ 0 w 1739900"/>
              <a:gd name="csY1" fmla="*/ 793750 h 2012950"/>
              <a:gd name="csX2" fmla="*/ 1206500 w 1739900"/>
              <a:gd name="csY2" fmla="*/ 2012950 h 2012950"/>
              <a:gd name="csX3" fmla="*/ 1739900 w 1739900"/>
              <a:gd name="csY3" fmla="*/ 1530350 h 2012950"/>
              <a:gd name="csX4" fmla="*/ 1739900 w 1739900"/>
              <a:gd name="csY4" fmla="*/ 920750 h 2012950"/>
              <a:gd name="csX5" fmla="*/ 781050 w 1739900"/>
              <a:gd name="csY5" fmla="*/ 0 h 2012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39900" h="2012950">
                <a:moveTo>
                  <a:pt x="781050" y="0"/>
                </a:moveTo>
                <a:lnTo>
                  <a:pt x="0" y="793750"/>
                </a:lnTo>
                <a:lnTo>
                  <a:pt x="1206500" y="2012950"/>
                </a:lnTo>
                <a:lnTo>
                  <a:pt x="1739900" y="1530350"/>
                </a:lnTo>
                <a:lnTo>
                  <a:pt x="1739900" y="920750"/>
                </a:lnTo>
                <a:lnTo>
                  <a:pt x="781050" y="0"/>
                </a:lnTo>
                <a:close/>
              </a:path>
            </a:pathLst>
          </a:cu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Admin 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4026" y="4800600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3/213</a:t>
            </a:r>
          </a:p>
        </p:txBody>
      </p:sp>
      <p:sp>
        <p:nvSpPr>
          <p:cNvPr id="3" name="Rectangle 2"/>
          <p:cNvSpPr/>
          <p:nvPr/>
        </p:nvSpPr>
        <p:spPr>
          <a:xfrm>
            <a:off x="3866268" y="5543550"/>
            <a:ext cx="446175" cy="4241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tx1"/>
                </a:solidFill>
              </a:rPr>
              <a:t>Unallocated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5729" y="5458328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3/212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9CBD4A-EAAE-5462-885C-888465E3F0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843323"/>
            <a:ext cx="12801600" cy="79145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BB3EFD5-715D-3CE5-31E3-ED789E6EB402}"/>
              </a:ext>
            </a:extLst>
          </p:cNvPr>
          <p:cNvSpPr/>
          <p:nvPr/>
        </p:nvSpPr>
        <p:spPr>
          <a:xfrm>
            <a:off x="11899232" y="4800600"/>
            <a:ext cx="806115" cy="55345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Meeting Room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ED624E-EAF7-B564-2B0A-A9398AD58593}"/>
              </a:ext>
            </a:extLst>
          </p:cNvPr>
          <p:cNvSpPr txBox="1"/>
          <p:nvPr/>
        </p:nvSpPr>
        <p:spPr>
          <a:xfrm>
            <a:off x="11851104" y="4757866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3/301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E0D9744-03BB-0117-194E-62972D37CF52}"/>
              </a:ext>
            </a:extLst>
          </p:cNvPr>
          <p:cNvSpPr/>
          <p:nvPr/>
        </p:nvSpPr>
        <p:spPr>
          <a:xfrm>
            <a:off x="9685421" y="4812632"/>
            <a:ext cx="2995863" cy="1744579"/>
          </a:xfrm>
          <a:custGeom>
            <a:avLst/>
            <a:gdLst>
              <a:gd name="csX0" fmla="*/ 2189747 w 2995863"/>
              <a:gd name="csY0" fmla="*/ 0 h 1744579"/>
              <a:gd name="csX1" fmla="*/ 0 w 2995863"/>
              <a:gd name="csY1" fmla="*/ 0 h 1744579"/>
              <a:gd name="csX2" fmla="*/ 0 w 2995863"/>
              <a:gd name="csY2" fmla="*/ 1744579 h 1744579"/>
              <a:gd name="csX3" fmla="*/ 1239253 w 2995863"/>
              <a:gd name="csY3" fmla="*/ 1744579 h 1744579"/>
              <a:gd name="csX4" fmla="*/ 1239253 w 2995863"/>
              <a:gd name="csY4" fmla="*/ 1335505 h 1744579"/>
              <a:gd name="csX5" fmla="*/ 1528011 w 2995863"/>
              <a:gd name="csY5" fmla="*/ 1335505 h 1744579"/>
              <a:gd name="csX6" fmla="*/ 1528011 w 2995863"/>
              <a:gd name="csY6" fmla="*/ 1720515 h 1744579"/>
              <a:gd name="csX7" fmla="*/ 2767263 w 2995863"/>
              <a:gd name="csY7" fmla="*/ 1720515 h 1744579"/>
              <a:gd name="csX8" fmla="*/ 2767263 w 2995863"/>
              <a:gd name="csY8" fmla="*/ 1347536 h 1744579"/>
              <a:gd name="csX9" fmla="*/ 2995863 w 2995863"/>
              <a:gd name="csY9" fmla="*/ 1347536 h 1744579"/>
              <a:gd name="csX10" fmla="*/ 2995863 w 2995863"/>
              <a:gd name="csY10" fmla="*/ 541421 h 1744579"/>
              <a:gd name="csX11" fmla="*/ 2225842 w 2995863"/>
              <a:gd name="csY11" fmla="*/ 541421 h 1744579"/>
              <a:gd name="csX12" fmla="*/ 2189747 w 2995863"/>
              <a:gd name="csY12" fmla="*/ 0 h 17445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995863" h="1744579">
                <a:moveTo>
                  <a:pt x="2189747" y="0"/>
                </a:moveTo>
                <a:lnTo>
                  <a:pt x="0" y="0"/>
                </a:lnTo>
                <a:lnTo>
                  <a:pt x="0" y="1744579"/>
                </a:lnTo>
                <a:lnTo>
                  <a:pt x="1239253" y="1744579"/>
                </a:lnTo>
                <a:lnTo>
                  <a:pt x="1239253" y="1335505"/>
                </a:lnTo>
                <a:lnTo>
                  <a:pt x="1528011" y="1335505"/>
                </a:lnTo>
                <a:lnTo>
                  <a:pt x="1528011" y="1720515"/>
                </a:lnTo>
                <a:lnTo>
                  <a:pt x="2767263" y="1720515"/>
                </a:lnTo>
                <a:lnTo>
                  <a:pt x="2767263" y="1347536"/>
                </a:lnTo>
                <a:lnTo>
                  <a:pt x="2995863" y="1347536"/>
                </a:lnTo>
                <a:lnTo>
                  <a:pt x="2995863" y="541421"/>
                </a:lnTo>
                <a:lnTo>
                  <a:pt x="2225842" y="541421"/>
                </a:lnTo>
                <a:lnTo>
                  <a:pt x="2189747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Director Office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814515-CDDF-2899-83E2-54EEC45A5214}"/>
              </a:ext>
            </a:extLst>
          </p:cNvPr>
          <p:cNvSpPr txBox="1"/>
          <p:nvPr/>
        </p:nvSpPr>
        <p:spPr>
          <a:xfrm>
            <a:off x="9685421" y="4800600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3/302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B582AE2-C646-6104-5119-007555660FC2}"/>
              </a:ext>
            </a:extLst>
          </p:cNvPr>
          <p:cNvSpPr/>
          <p:nvPr/>
        </p:nvSpPr>
        <p:spPr>
          <a:xfrm>
            <a:off x="8121316" y="4800600"/>
            <a:ext cx="1564105" cy="1684421"/>
          </a:xfrm>
          <a:custGeom>
            <a:avLst/>
            <a:gdLst>
              <a:gd name="csX0" fmla="*/ 1540042 w 1564105"/>
              <a:gd name="csY0" fmla="*/ 733926 h 1684421"/>
              <a:gd name="csX1" fmla="*/ 1251284 w 1564105"/>
              <a:gd name="csY1" fmla="*/ 733926 h 1684421"/>
              <a:gd name="csX2" fmla="*/ 1251284 w 1564105"/>
              <a:gd name="csY2" fmla="*/ 0 h 1684421"/>
              <a:gd name="csX3" fmla="*/ 0 w 1564105"/>
              <a:gd name="csY3" fmla="*/ 0 h 1684421"/>
              <a:gd name="csX4" fmla="*/ 0 w 1564105"/>
              <a:gd name="csY4" fmla="*/ 1684421 h 1684421"/>
              <a:gd name="csX5" fmla="*/ 1227221 w 1564105"/>
              <a:gd name="csY5" fmla="*/ 1684421 h 1684421"/>
              <a:gd name="csX6" fmla="*/ 1227221 w 1564105"/>
              <a:gd name="csY6" fmla="*/ 1311442 h 1684421"/>
              <a:gd name="csX7" fmla="*/ 1564105 w 1564105"/>
              <a:gd name="csY7" fmla="*/ 1311442 h 1684421"/>
              <a:gd name="csX8" fmla="*/ 1564105 w 1564105"/>
              <a:gd name="csY8" fmla="*/ 697832 h 1684421"/>
              <a:gd name="csX9" fmla="*/ 1540042 w 1564105"/>
              <a:gd name="csY9" fmla="*/ 733926 h 16844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64105" h="1684421">
                <a:moveTo>
                  <a:pt x="1540042" y="733926"/>
                </a:moveTo>
                <a:lnTo>
                  <a:pt x="1251284" y="733926"/>
                </a:lnTo>
                <a:lnTo>
                  <a:pt x="1251284" y="0"/>
                </a:lnTo>
                <a:lnTo>
                  <a:pt x="0" y="0"/>
                </a:lnTo>
                <a:lnTo>
                  <a:pt x="0" y="1684421"/>
                </a:lnTo>
                <a:lnTo>
                  <a:pt x="1227221" y="1684421"/>
                </a:lnTo>
                <a:lnTo>
                  <a:pt x="1227221" y="1311442"/>
                </a:lnTo>
                <a:lnTo>
                  <a:pt x="1564105" y="1311442"/>
                </a:lnTo>
                <a:lnTo>
                  <a:pt x="1564105" y="697832"/>
                </a:lnTo>
                <a:lnTo>
                  <a:pt x="1540042" y="733926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Board Room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F20D52-74CC-77F4-66D9-8BADC5827949}"/>
              </a:ext>
            </a:extLst>
          </p:cNvPr>
          <p:cNvSpPr txBox="1"/>
          <p:nvPr/>
        </p:nvSpPr>
        <p:spPr>
          <a:xfrm>
            <a:off x="8113418" y="4812632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DE370F-FF06-56EA-AFDF-0BFB94427C1A}"/>
              </a:ext>
            </a:extLst>
          </p:cNvPr>
          <p:cNvSpPr/>
          <p:nvPr/>
        </p:nvSpPr>
        <p:spPr>
          <a:xfrm>
            <a:off x="6497052" y="5570622"/>
            <a:ext cx="709863" cy="93846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Meeting Room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42B38B-CA6E-494B-E3EC-8ACE8964EA8E}"/>
              </a:ext>
            </a:extLst>
          </p:cNvPr>
          <p:cNvSpPr txBox="1"/>
          <p:nvPr/>
        </p:nvSpPr>
        <p:spPr>
          <a:xfrm>
            <a:off x="6472988" y="5515852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3/304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0328BD1-2B57-07EA-86F4-A06131D098B9}"/>
              </a:ext>
            </a:extLst>
          </p:cNvPr>
          <p:cNvSpPr/>
          <p:nvPr/>
        </p:nvSpPr>
        <p:spPr>
          <a:xfrm>
            <a:off x="4090737" y="4788569"/>
            <a:ext cx="2442410" cy="1720515"/>
          </a:xfrm>
          <a:custGeom>
            <a:avLst/>
            <a:gdLst>
              <a:gd name="csX0" fmla="*/ 2394284 w 2442410"/>
              <a:gd name="csY0" fmla="*/ 1696452 h 1696452"/>
              <a:gd name="csX1" fmla="*/ 1816768 w 2442410"/>
              <a:gd name="csY1" fmla="*/ 1696452 h 1696452"/>
              <a:gd name="csX2" fmla="*/ 1816768 w 2442410"/>
              <a:gd name="csY2" fmla="*/ 1323473 h 1696452"/>
              <a:gd name="csX3" fmla="*/ 0 w 2442410"/>
              <a:gd name="csY3" fmla="*/ 1323473 h 1696452"/>
              <a:gd name="csX4" fmla="*/ 0 w 2442410"/>
              <a:gd name="csY4" fmla="*/ 0 h 1696452"/>
              <a:gd name="csX5" fmla="*/ 2442410 w 2442410"/>
              <a:gd name="csY5" fmla="*/ 0 h 1696452"/>
              <a:gd name="csX6" fmla="*/ 2394284 w 2442410"/>
              <a:gd name="csY6" fmla="*/ 1696452 h 16964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42410" h="1696452">
                <a:moveTo>
                  <a:pt x="2394284" y="1696452"/>
                </a:moveTo>
                <a:lnTo>
                  <a:pt x="1816768" y="1696452"/>
                </a:lnTo>
                <a:lnTo>
                  <a:pt x="1816768" y="1323473"/>
                </a:lnTo>
                <a:lnTo>
                  <a:pt x="0" y="1323473"/>
                </a:lnTo>
                <a:lnTo>
                  <a:pt x="0" y="0"/>
                </a:lnTo>
                <a:lnTo>
                  <a:pt x="2442410" y="0"/>
                </a:lnTo>
                <a:lnTo>
                  <a:pt x="2394284" y="1696452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Meeting Room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0836A6-4D4E-AD61-709D-1BD699C4DC97}"/>
              </a:ext>
            </a:extLst>
          </p:cNvPr>
          <p:cNvSpPr txBox="1"/>
          <p:nvPr/>
        </p:nvSpPr>
        <p:spPr>
          <a:xfrm>
            <a:off x="4103142" y="4809874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9405F6-5D3B-184F-5AE5-1EFAACDAD029}"/>
              </a:ext>
            </a:extLst>
          </p:cNvPr>
          <p:cNvSpPr/>
          <p:nvPr/>
        </p:nvSpPr>
        <p:spPr>
          <a:xfrm>
            <a:off x="3645568" y="4788569"/>
            <a:ext cx="445169" cy="385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Store Room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742101-13C7-36BE-52B5-D832D5AA8971}"/>
              </a:ext>
            </a:extLst>
          </p:cNvPr>
          <p:cNvSpPr txBox="1"/>
          <p:nvPr/>
        </p:nvSpPr>
        <p:spPr>
          <a:xfrm>
            <a:off x="3559840" y="4727158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3/307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7BA351-DA42-A74E-9471-F41F577E448A}"/>
              </a:ext>
            </a:extLst>
          </p:cNvPr>
          <p:cNvSpPr/>
          <p:nvPr/>
        </p:nvSpPr>
        <p:spPr>
          <a:xfrm>
            <a:off x="5017168" y="6124074"/>
            <a:ext cx="878306" cy="5895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Pantry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2B1C68-6B2D-0330-9EC2-EE7E49ABA9BF}"/>
              </a:ext>
            </a:extLst>
          </p:cNvPr>
          <p:cNvSpPr txBox="1"/>
          <p:nvPr/>
        </p:nvSpPr>
        <p:spPr>
          <a:xfrm>
            <a:off x="4993105" y="6086670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3/306B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FF06084-077C-9A88-E186-7885E49C563B}"/>
              </a:ext>
            </a:extLst>
          </p:cNvPr>
          <p:cNvSpPr/>
          <p:nvPr/>
        </p:nvSpPr>
        <p:spPr>
          <a:xfrm>
            <a:off x="5017168" y="6707048"/>
            <a:ext cx="878306" cy="58954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Chemistry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656F36-7CE1-C093-EBFA-E89AD09C28CC}"/>
              </a:ext>
            </a:extLst>
          </p:cNvPr>
          <p:cNvSpPr txBox="1"/>
          <p:nvPr/>
        </p:nvSpPr>
        <p:spPr>
          <a:xfrm>
            <a:off x="4993105" y="6669644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3/306C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66F7C0-9BEF-BC0E-D9C1-F828459B09D1}"/>
              </a:ext>
            </a:extLst>
          </p:cNvPr>
          <p:cNvSpPr/>
          <p:nvPr/>
        </p:nvSpPr>
        <p:spPr>
          <a:xfrm>
            <a:off x="5017168" y="7284563"/>
            <a:ext cx="878306" cy="72846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Chemistry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E75455-6E5E-9398-5DE4-C9F70A6DCB13}"/>
              </a:ext>
            </a:extLst>
          </p:cNvPr>
          <p:cNvSpPr txBox="1"/>
          <p:nvPr/>
        </p:nvSpPr>
        <p:spPr>
          <a:xfrm>
            <a:off x="4993105" y="7247159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3/306D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3C5A64C-EE47-AE42-714D-FE09EC635D74}"/>
              </a:ext>
            </a:extLst>
          </p:cNvPr>
          <p:cNvSpPr/>
          <p:nvPr/>
        </p:nvSpPr>
        <p:spPr>
          <a:xfrm>
            <a:off x="5017168" y="8013032"/>
            <a:ext cx="878306" cy="74484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Mech </a:t>
            </a:r>
            <a:r>
              <a:rPr lang="en-US" sz="1200" dirty="0" err="1">
                <a:solidFill>
                  <a:schemeClr val="tx1"/>
                </a:solidFill>
              </a:rPr>
              <a:t>Engg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34904A-8BEB-7DE8-14D1-C53F79DB77EE}"/>
              </a:ext>
            </a:extLst>
          </p:cNvPr>
          <p:cNvSpPr txBox="1"/>
          <p:nvPr/>
        </p:nvSpPr>
        <p:spPr>
          <a:xfrm>
            <a:off x="4993105" y="7975628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3/306E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BC4EDE2-850C-2370-AA57-C13485E37858}"/>
              </a:ext>
            </a:extLst>
          </p:cNvPr>
          <p:cNvSpPr/>
          <p:nvPr/>
        </p:nvSpPr>
        <p:spPr>
          <a:xfrm>
            <a:off x="4379494" y="6669645"/>
            <a:ext cx="451185" cy="3688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B1D7BC-D314-1D65-A2AF-B0797FB0629D}"/>
              </a:ext>
            </a:extLst>
          </p:cNvPr>
          <p:cNvSpPr txBox="1"/>
          <p:nvPr/>
        </p:nvSpPr>
        <p:spPr>
          <a:xfrm>
            <a:off x="3760243" y="6751163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3/306J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88ABB4C-FF9F-5746-824E-648FE6E29E48}"/>
              </a:ext>
            </a:extLst>
          </p:cNvPr>
          <p:cNvSpPr/>
          <p:nvPr/>
        </p:nvSpPr>
        <p:spPr>
          <a:xfrm>
            <a:off x="4376674" y="7026653"/>
            <a:ext cx="451185" cy="3688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Dir Office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5EB95C5-E398-65F4-323C-BEE23D20FF8F}"/>
              </a:ext>
            </a:extLst>
          </p:cNvPr>
          <p:cNvSpPr txBox="1"/>
          <p:nvPr/>
        </p:nvSpPr>
        <p:spPr>
          <a:xfrm>
            <a:off x="3757423" y="7108171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3/306I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F990B65-E7A1-7653-80A8-20598459D021}"/>
              </a:ext>
            </a:extLst>
          </p:cNvPr>
          <p:cNvSpPr/>
          <p:nvPr/>
        </p:nvSpPr>
        <p:spPr>
          <a:xfrm>
            <a:off x="4376674" y="7405026"/>
            <a:ext cx="451185" cy="3688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Dir Office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B1B342-0568-039C-A266-DFD970A8CD37}"/>
              </a:ext>
            </a:extLst>
          </p:cNvPr>
          <p:cNvSpPr txBox="1"/>
          <p:nvPr/>
        </p:nvSpPr>
        <p:spPr>
          <a:xfrm>
            <a:off x="3757423" y="7486544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3/306H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7B2BD76-A5C8-F103-E598-F027C3416375}"/>
              </a:ext>
            </a:extLst>
          </p:cNvPr>
          <p:cNvSpPr/>
          <p:nvPr/>
        </p:nvSpPr>
        <p:spPr>
          <a:xfrm>
            <a:off x="4375264" y="7752492"/>
            <a:ext cx="451185" cy="36883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MM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A22D73-15C1-03E6-ACCE-CBD9F6E31423}"/>
              </a:ext>
            </a:extLst>
          </p:cNvPr>
          <p:cNvSpPr txBox="1"/>
          <p:nvPr/>
        </p:nvSpPr>
        <p:spPr>
          <a:xfrm>
            <a:off x="3756013" y="7834010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3/306G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EBBF091-8471-0AD8-4007-2D6565F58D2F}"/>
              </a:ext>
            </a:extLst>
          </p:cNvPr>
          <p:cNvSpPr/>
          <p:nvPr/>
        </p:nvSpPr>
        <p:spPr>
          <a:xfrm>
            <a:off x="4375264" y="8133353"/>
            <a:ext cx="451185" cy="6245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DF6C64D-DFF5-53BE-14F3-88E9697D46B9}"/>
              </a:ext>
            </a:extLst>
          </p:cNvPr>
          <p:cNvSpPr txBox="1"/>
          <p:nvPr/>
        </p:nvSpPr>
        <p:spPr>
          <a:xfrm>
            <a:off x="3756013" y="8315475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3/306F</a:t>
            </a: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62096966-38DE-EDC0-570A-6B6DC50827E9}"/>
              </a:ext>
            </a:extLst>
          </p:cNvPr>
          <p:cNvSpPr/>
          <p:nvPr/>
        </p:nvSpPr>
        <p:spPr>
          <a:xfrm>
            <a:off x="2153653" y="4427621"/>
            <a:ext cx="866273" cy="1768642"/>
          </a:xfrm>
          <a:custGeom>
            <a:avLst/>
            <a:gdLst>
              <a:gd name="csX0" fmla="*/ 553452 w 866273"/>
              <a:gd name="csY0" fmla="*/ 0 h 1768642"/>
              <a:gd name="csX1" fmla="*/ 866273 w 866273"/>
              <a:gd name="csY1" fmla="*/ 312821 h 1768642"/>
              <a:gd name="csX2" fmla="*/ 866273 w 866273"/>
              <a:gd name="csY2" fmla="*/ 1155032 h 1768642"/>
              <a:gd name="csX3" fmla="*/ 252663 w 866273"/>
              <a:gd name="csY3" fmla="*/ 1768642 h 1768642"/>
              <a:gd name="csX4" fmla="*/ 0 w 866273"/>
              <a:gd name="csY4" fmla="*/ 1515979 h 1768642"/>
              <a:gd name="csX5" fmla="*/ 445168 w 866273"/>
              <a:gd name="csY5" fmla="*/ 1070811 h 1768642"/>
              <a:gd name="csX6" fmla="*/ 12031 w 866273"/>
              <a:gd name="csY6" fmla="*/ 637674 h 1768642"/>
              <a:gd name="csX7" fmla="*/ 553452 w 866273"/>
              <a:gd name="csY7" fmla="*/ 0 h 17686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866273" h="1768642">
                <a:moveTo>
                  <a:pt x="553452" y="0"/>
                </a:moveTo>
                <a:lnTo>
                  <a:pt x="866273" y="312821"/>
                </a:lnTo>
                <a:lnTo>
                  <a:pt x="866273" y="1155032"/>
                </a:lnTo>
                <a:lnTo>
                  <a:pt x="252663" y="1768642"/>
                </a:lnTo>
                <a:lnTo>
                  <a:pt x="0" y="1515979"/>
                </a:lnTo>
                <a:lnTo>
                  <a:pt x="445168" y="1070811"/>
                </a:lnTo>
                <a:lnTo>
                  <a:pt x="12031" y="637674"/>
                </a:lnTo>
                <a:lnTo>
                  <a:pt x="553452" y="0"/>
                </a:lnTo>
                <a:close/>
              </a:path>
            </a:pathLst>
          </a:custGeom>
          <a:solidFill>
            <a:srgbClr val="D700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1B9B6BE1-CA80-84FD-C7AE-30F71C5BFEB5}"/>
              </a:ext>
            </a:extLst>
          </p:cNvPr>
          <p:cNvSpPr/>
          <p:nvPr/>
        </p:nvSpPr>
        <p:spPr>
          <a:xfrm>
            <a:off x="1528011" y="4944979"/>
            <a:ext cx="1058778" cy="1191124"/>
          </a:xfrm>
          <a:custGeom>
            <a:avLst/>
            <a:gdLst>
              <a:gd name="csX0" fmla="*/ 565484 w 1058778"/>
              <a:gd name="csY0" fmla="*/ 0 h 1191124"/>
              <a:gd name="csX1" fmla="*/ 168442 w 1058778"/>
              <a:gd name="csY1" fmla="*/ 397042 h 1191124"/>
              <a:gd name="csX2" fmla="*/ 264694 w 1058778"/>
              <a:gd name="csY2" fmla="*/ 493294 h 1191124"/>
              <a:gd name="csX3" fmla="*/ 0 w 1058778"/>
              <a:gd name="csY3" fmla="*/ 757988 h 1191124"/>
              <a:gd name="csX4" fmla="*/ 433136 w 1058778"/>
              <a:gd name="csY4" fmla="*/ 1191124 h 1191124"/>
              <a:gd name="csX5" fmla="*/ 1058778 w 1058778"/>
              <a:gd name="csY5" fmla="*/ 565482 h 1191124"/>
              <a:gd name="csX6" fmla="*/ 565484 w 1058778"/>
              <a:gd name="csY6" fmla="*/ 0 h 11911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58778" h="1191124">
                <a:moveTo>
                  <a:pt x="565484" y="0"/>
                </a:moveTo>
                <a:lnTo>
                  <a:pt x="168442" y="397042"/>
                </a:lnTo>
                <a:lnTo>
                  <a:pt x="264694" y="493294"/>
                </a:lnTo>
                <a:lnTo>
                  <a:pt x="0" y="757988"/>
                </a:lnTo>
                <a:lnTo>
                  <a:pt x="433136" y="1191124"/>
                </a:lnTo>
                <a:lnTo>
                  <a:pt x="1058778" y="565482"/>
                </a:lnTo>
                <a:lnTo>
                  <a:pt x="565484" y="0"/>
                </a:lnTo>
                <a:close/>
              </a:path>
            </a:pathLst>
          </a:custGeom>
          <a:solidFill>
            <a:srgbClr val="D700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</a:t>
            </a: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30936204-4408-BB53-5F1D-AD0A87CC0C4A}"/>
              </a:ext>
            </a:extLst>
          </p:cNvPr>
          <p:cNvSpPr/>
          <p:nvPr/>
        </p:nvSpPr>
        <p:spPr>
          <a:xfrm>
            <a:off x="890338" y="4451684"/>
            <a:ext cx="1143001" cy="1058779"/>
          </a:xfrm>
          <a:custGeom>
            <a:avLst/>
            <a:gdLst>
              <a:gd name="csX0" fmla="*/ 782051 w 1143001"/>
              <a:gd name="csY0" fmla="*/ 890337 h 1058779"/>
              <a:gd name="csX1" fmla="*/ 685799 w 1143001"/>
              <a:gd name="csY1" fmla="*/ 794085 h 1058779"/>
              <a:gd name="csX2" fmla="*/ 421105 w 1143001"/>
              <a:gd name="csY2" fmla="*/ 1058779 h 1058779"/>
              <a:gd name="csX3" fmla="*/ 0 w 1143001"/>
              <a:gd name="csY3" fmla="*/ 637674 h 1058779"/>
              <a:gd name="csX4" fmla="*/ 637674 w 1143001"/>
              <a:gd name="csY4" fmla="*/ 0 h 1058779"/>
              <a:gd name="csX5" fmla="*/ 1143001 w 1143001"/>
              <a:gd name="csY5" fmla="*/ 505327 h 1058779"/>
              <a:gd name="csX6" fmla="*/ 782051 w 1143001"/>
              <a:gd name="csY6" fmla="*/ 890337 h 10587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43001" h="1058779">
                <a:moveTo>
                  <a:pt x="782051" y="890337"/>
                </a:moveTo>
                <a:lnTo>
                  <a:pt x="685799" y="794085"/>
                </a:lnTo>
                <a:lnTo>
                  <a:pt x="421105" y="1058779"/>
                </a:lnTo>
                <a:lnTo>
                  <a:pt x="0" y="637674"/>
                </a:lnTo>
                <a:lnTo>
                  <a:pt x="637674" y="0"/>
                </a:lnTo>
                <a:lnTo>
                  <a:pt x="1143001" y="505327"/>
                </a:lnTo>
                <a:lnTo>
                  <a:pt x="782051" y="890337"/>
                </a:lnTo>
                <a:close/>
              </a:path>
            </a:pathLst>
          </a:custGeom>
          <a:solidFill>
            <a:srgbClr val="D700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D0640000-9E62-39C3-E2CD-A35513EA6682}"/>
              </a:ext>
            </a:extLst>
          </p:cNvPr>
          <p:cNvSpPr/>
          <p:nvPr/>
        </p:nvSpPr>
        <p:spPr>
          <a:xfrm>
            <a:off x="360947" y="3801979"/>
            <a:ext cx="1167063" cy="1299410"/>
          </a:xfrm>
          <a:custGeom>
            <a:avLst/>
            <a:gdLst>
              <a:gd name="csX0" fmla="*/ 505326 w 1130968"/>
              <a:gd name="csY0" fmla="*/ 1299410 h 1299410"/>
              <a:gd name="csX1" fmla="*/ 72190 w 1130968"/>
              <a:gd name="csY1" fmla="*/ 866274 h 1299410"/>
              <a:gd name="csX2" fmla="*/ 216569 w 1130968"/>
              <a:gd name="csY2" fmla="*/ 721895 h 1299410"/>
              <a:gd name="csX3" fmla="*/ 0 w 1130968"/>
              <a:gd name="csY3" fmla="*/ 505326 h 1299410"/>
              <a:gd name="csX4" fmla="*/ 505326 w 1130968"/>
              <a:gd name="csY4" fmla="*/ 0 h 1299410"/>
              <a:gd name="csX5" fmla="*/ 1130968 w 1130968"/>
              <a:gd name="csY5" fmla="*/ 625642 h 1299410"/>
              <a:gd name="csX6" fmla="*/ 505326 w 1130968"/>
              <a:gd name="csY6" fmla="*/ 1299410 h 1299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30968" h="1299410">
                <a:moveTo>
                  <a:pt x="505326" y="1299410"/>
                </a:moveTo>
                <a:lnTo>
                  <a:pt x="72190" y="866274"/>
                </a:lnTo>
                <a:lnTo>
                  <a:pt x="216569" y="721895"/>
                </a:lnTo>
                <a:lnTo>
                  <a:pt x="0" y="505326"/>
                </a:lnTo>
                <a:lnTo>
                  <a:pt x="505326" y="0"/>
                </a:lnTo>
                <a:lnTo>
                  <a:pt x="1130968" y="625642"/>
                </a:lnTo>
                <a:lnTo>
                  <a:pt x="505326" y="129941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CD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7CCAC6C-FBD2-FFF2-ADA3-B7D0CCFCC207}"/>
              </a:ext>
            </a:extLst>
          </p:cNvPr>
          <p:cNvSpPr/>
          <p:nvPr/>
        </p:nvSpPr>
        <p:spPr>
          <a:xfrm rot="18900000">
            <a:off x="1614577" y="4059802"/>
            <a:ext cx="780487" cy="6273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2C061A8-4AAA-A04D-6C37-CD29080E1698}"/>
              </a:ext>
            </a:extLst>
          </p:cNvPr>
          <p:cNvSpPr txBox="1"/>
          <p:nvPr/>
        </p:nvSpPr>
        <p:spPr>
          <a:xfrm>
            <a:off x="2416470" y="4673642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3/308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23BAEAC-266D-DCF3-5F92-D11C2A031245}"/>
              </a:ext>
            </a:extLst>
          </p:cNvPr>
          <p:cNvSpPr txBox="1"/>
          <p:nvPr/>
        </p:nvSpPr>
        <p:spPr>
          <a:xfrm>
            <a:off x="1775033" y="5136736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3/309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4AF924A-F1F6-DBFE-6F63-C565809BD3FB}"/>
              </a:ext>
            </a:extLst>
          </p:cNvPr>
          <p:cNvSpPr txBox="1"/>
          <p:nvPr/>
        </p:nvSpPr>
        <p:spPr>
          <a:xfrm>
            <a:off x="1245173" y="4661611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3/310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1F7E686-B292-047E-B413-1C12AD5CA8E8}"/>
              </a:ext>
            </a:extLst>
          </p:cNvPr>
          <p:cNvSpPr txBox="1"/>
          <p:nvPr/>
        </p:nvSpPr>
        <p:spPr>
          <a:xfrm rot="18900000">
            <a:off x="1381749" y="4051962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3/311-312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CC38995-F07A-7C46-B5AA-46D0EAEE645F}"/>
              </a:ext>
            </a:extLst>
          </p:cNvPr>
          <p:cNvSpPr txBox="1"/>
          <p:nvPr/>
        </p:nvSpPr>
        <p:spPr>
          <a:xfrm>
            <a:off x="580137" y="4023937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3/313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3BD1246-B8C1-77F4-1752-8336DF00A7F0}"/>
              </a:ext>
            </a:extLst>
          </p:cNvPr>
          <p:cNvSpPr/>
          <p:nvPr/>
        </p:nvSpPr>
        <p:spPr>
          <a:xfrm rot="18900000">
            <a:off x="2126104" y="1767566"/>
            <a:ext cx="1728125" cy="914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Meeting Room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09CB72E-ED5A-413C-A6AD-9282867C3524}"/>
              </a:ext>
            </a:extLst>
          </p:cNvPr>
          <p:cNvSpPr txBox="1"/>
          <p:nvPr/>
        </p:nvSpPr>
        <p:spPr>
          <a:xfrm>
            <a:off x="2679281" y="1759295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3/315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30DE89C-AB5D-0B5D-0A52-4E12CAC11AEF}"/>
              </a:ext>
            </a:extLst>
          </p:cNvPr>
          <p:cNvSpPr/>
          <p:nvPr/>
        </p:nvSpPr>
        <p:spPr>
          <a:xfrm rot="18900000">
            <a:off x="1029662" y="3418693"/>
            <a:ext cx="802992" cy="7266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In-Charge ISTF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55F5616-0739-79CF-DCBB-CD6243FCD94C}"/>
              </a:ext>
            </a:extLst>
          </p:cNvPr>
          <p:cNvSpPr txBox="1"/>
          <p:nvPr/>
        </p:nvSpPr>
        <p:spPr>
          <a:xfrm rot="18900000">
            <a:off x="800002" y="3410033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3/314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1B64725-C88E-8F5D-1E83-0FE8108B3369}"/>
              </a:ext>
            </a:extLst>
          </p:cNvPr>
          <p:cNvSpPr/>
          <p:nvPr/>
        </p:nvSpPr>
        <p:spPr>
          <a:xfrm rot="2700000">
            <a:off x="2855688" y="2838543"/>
            <a:ext cx="954893" cy="7508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Unallocated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39D65B9-F7B8-1966-1763-74267218227E}"/>
              </a:ext>
            </a:extLst>
          </p:cNvPr>
          <p:cNvSpPr txBox="1"/>
          <p:nvPr/>
        </p:nvSpPr>
        <p:spPr>
          <a:xfrm rot="2700000">
            <a:off x="3000771" y="2955574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3/316</a:t>
            </a:r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01E3A344-3E28-E72E-B7D0-9624A13F5CDF}"/>
              </a:ext>
            </a:extLst>
          </p:cNvPr>
          <p:cNvSpPr/>
          <p:nvPr/>
        </p:nvSpPr>
        <p:spPr>
          <a:xfrm>
            <a:off x="3248525" y="1961147"/>
            <a:ext cx="962528" cy="1323474"/>
          </a:xfrm>
          <a:custGeom>
            <a:avLst/>
            <a:gdLst>
              <a:gd name="csX0" fmla="*/ 962528 w 962528"/>
              <a:gd name="csY0" fmla="*/ 986590 h 1323474"/>
              <a:gd name="csX1" fmla="*/ 962528 w 962528"/>
              <a:gd name="csY1" fmla="*/ 192506 h 1323474"/>
              <a:gd name="csX2" fmla="*/ 854243 w 962528"/>
              <a:gd name="csY2" fmla="*/ 192506 h 1323474"/>
              <a:gd name="csX3" fmla="*/ 661737 w 962528"/>
              <a:gd name="csY3" fmla="*/ 0 h 1323474"/>
              <a:gd name="csX4" fmla="*/ 0 w 962528"/>
              <a:gd name="csY4" fmla="*/ 661737 h 1323474"/>
              <a:gd name="csX5" fmla="*/ 661737 w 962528"/>
              <a:gd name="csY5" fmla="*/ 1323474 h 1323474"/>
              <a:gd name="csX6" fmla="*/ 854242 w 962528"/>
              <a:gd name="csY6" fmla="*/ 1130969 h 1323474"/>
              <a:gd name="csX7" fmla="*/ 854242 w 962528"/>
              <a:gd name="csY7" fmla="*/ 1010653 h 1323474"/>
              <a:gd name="csX8" fmla="*/ 962528 w 962528"/>
              <a:gd name="csY8" fmla="*/ 986590 h 13234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62528" h="1323474">
                <a:moveTo>
                  <a:pt x="962528" y="986590"/>
                </a:moveTo>
                <a:lnTo>
                  <a:pt x="962528" y="192506"/>
                </a:lnTo>
                <a:lnTo>
                  <a:pt x="854243" y="192506"/>
                </a:lnTo>
                <a:lnTo>
                  <a:pt x="661737" y="0"/>
                </a:lnTo>
                <a:lnTo>
                  <a:pt x="0" y="661737"/>
                </a:lnTo>
                <a:lnTo>
                  <a:pt x="661737" y="1323474"/>
                </a:lnTo>
                <a:lnTo>
                  <a:pt x="854242" y="1130969"/>
                </a:lnTo>
                <a:lnTo>
                  <a:pt x="854242" y="1010653"/>
                </a:lnTo>
                <a:lnTo>
                  <a:pt x="962528" y="986590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Unallocated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5C9EECE-9BA2-474D-F859-4899507A2691}"/>
              </a:ext>
            </a:extLst>
          </p:cNvPr>
          <p:cNvSpPr txBox="1"/>
          <p:nvPr/>
        </p:nvSpPr>
        <p:spPr>
          <a:xfrm>
            <a:off x="3542564" y="2271190"/>
            <a:ext cx="10144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3/317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CF3293C-45BB-6F5B-8329-81317D2DB4E2}"/>
              </a:ext>
            </a:extLst>
          </p:cNvPr>
          <p:cNvSpPr/>
          <p:nvPr/>
        </p:nvSpPr>
        <p:spPr>
          <a:xfrm>
            <a:off x="4375264" y="2971800"/>
            <a:ext cx="641904" cy="85405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R&amp;D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66DC17E-7281-7D73-602B-C8B5F8CE5EFF}"/>
              </a:ext>
            </a:extLst>
          </p:cNvPr>
          <p:cNvSpPr txBox="1"/>
          <p:nvPr/>
        </p:nvSpPr>
        <p:spPr>
          <a:xfrm>
            <a:off x="4328892" y="2990253"/>
            <a:ext cx="641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3/319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6CFE721-9578-53EC-C517-356823940174}"/>
              </a:ext>
            </a:extLst>
          </p:cNvPr>
          <p:cNvSpPr/>
          <p:nvPr/>
        </p:nvSpPr>
        <p:spPr>
          <a:xfrm>
            <a:off x="4994859" y="2975018"/>
            <a:ext cx="641904" cy="85405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R&amp;D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A1098A5-1F75-460E-3E35-82C4B23CA3D3}"/>
              </a:ext>
            </a:extLst>
          </p:cNvPr>
          <p:cNvSpPr txBox="1"/>
          <p:nvPr/>
        </p:nvSpPr>
        <p:spPr>
          <a:xfrm>
            <a:off x="4948487" y="2993471"/>
            <a:ext cx="641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3/320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1721095-E613-B7A3-0D51-1FAE56C2A04B}"/>
              </a:ext>
            </a:extLst>
          </p:cNvPr>
          <p:cNvSpPr/>
          <p:nvPr/>
        </p:nvSpPr>
        <p:spPr>
          <a:xfrm>
            <a:off x="5924142" y="2968582"/>
            <a:ext cx="641904" cy="8540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IA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BA02143-307D-7996-1C9E-3E1639CFB30E}"/>
              </a:ext>
            </a:extLst>
          </p:cNvPr>
          <p:cNvSpPr txBox="1"/>
          <p:nvPr/>
        </p:nvSpPr>
        <p:spPr>
          <a:xfrm>
            <a:off x="5877770" y="2987035"/>
            <a:ext cx="641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3/323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077ADD9-67E7-BD56-6D7E-77A838319BE2}"/>
              </a:ext>
            </a:extLst>
          </p:cNvPr>
          <p:cNvSpPr/>
          <p:nvPr/>
        </p:nvSpPr>
        <p:spPr>
          <a:xfrm>
            <a:off x="6543737" y="2971800"/>
            <a:ext cx="641904" cy="8540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IA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500F789-585A-5613-2C3D-2AAC356FD8A0}"/>
              </a:ext>
            </a:extLst>
          </p:cNvPr>
          <p:cNvSpPr txBox="1"/>
          <p:nvPr/>
        </p:nvSpPr>
        <p:spPr>
          <a:xfrm>
            <a:off x="6497365" y="2990253"/>
            <a:ext cx="641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3/324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CD7CE709-86F8-3543-97E2-5B3AF95E8F18}"/>
              </a:ext>
            </a:extLst>
          </p:cNvPr>
          <p:cNvSpPr/>
          <p:nvPr/>
        </p:nvSpPr>
        <p:spPr>
          <a:xfrm>
            <a:off x="6546525" y="2122143"/>
            <a:ext cx="641904" cy="8540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IA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DB88E27-8FBA-260C-F0A0-4DA43522A41F}"/>
              </a:ext>
            </a:extLst>
          </p:cNvPr>
          <p:cNvSpPr txBox="1"/>
          <p:nvPr/>
        </p:nvSpPr>
        <p:spPr>
          <a:xfrm>
            <a:off x="6500153" y="2140596"/>
            <a:ext cx="641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3/324A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A6689DAF-368C-872C-410F-0679062E9045}"/>
              </a:ext>
            </a:extLst>
          </p:cNvPr>
          <p:cNvSpPr/>
          <p:nvPr/>
        </p:nvSpPr>
        <p:spPr>
          <a:xfrm>
            <a:off x="8138987" y="2970971"/>
            <a:ext cx="641904" cy="85405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R&amp;D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54A4497-5A8A-F66C-A6FC-7EA8D9AC42E9}"/>
              </a:ext>
            </a:extLst>
          </p:cNvPr>
          <p:cNvSpPr txBox="1"/>
          <p:nvPr/>
        </p:nvSpPr>
        <p:spPr>
          <a:xfrm>
            <a:off x="8092615" y="2989424"/>
            <a:ext cx="641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3/326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6DFE367-F146-95C0-B019-B05B5BF4A164}"/>
              </a:ext>
            </a:extLst>
          </p:cNvPr>
          <p:cNvSpPr/>
          <p:nvPr/>
        </p:nvSpPr>
        <p:spPr>
          <a:xfrm>
            <a:off x="8758582" y="2986221"/>
            <a:ext cx="641904" cy="85405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R&amp;D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665E618-0F1E-5E00-793E-E6FD18C1D641}"/>
              </a:ext>
            </a:extLst>
          </p:cNvPr>
          <p:cNvSpPr txBox="1"/>
          <p:nvPr/>
        </p:nvSpPr>
        <p:spPr>
          <a:xfrm>
            <a:off x="8712210" y="2992642"/>
            <a:ext cx="641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3/327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C2E7CD6-F7B7-45B7-5805-715F4EFFB482}"/>
              </a:ext>
            </a:extLst>
          </p:cNvPr>
          <p:cNvSpPr/>
          <p:nvPr/>
        </p:nvSpPr>
        <p:spPr>
          <a:xfrm>
            <a:off x="8121316" y="2140596"/>
            <a:ext cx="641904" cy="85405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R&amp;D + IA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F36502C-324D-3216-0C92-3F1DB0FA7D25}"/>
              </a:ext>
            </a:extLst>
          </p:cNvPr>
          <p:cNvSpPr txBox="1"/>
          <p:nvPr/>
        </p:nvSpPr>
        <p:spPr>
          <a:xfrm>
            <a:off x="8092615" y="2144232"/>
            <a:ext cx="641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3/326A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B5E46F50-CA01-B347-4A4D-23C726038863}"/>
              </a:ext>
            </a:extLst>
          </p:cNvPr>
          <p:cNvSpPr/>
          <p:nvPr/>
        </p:nvSpPr>
        <p:spPr>
          <a:xfrm>
            <a:off x="8753881" y="2140596"/>
            <a:ext cx="767232" cy="84001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0F52293-6D51-F588-A42E-0D186D1A9450}"/>
              </a:ext>
            </a:extLst>
          </p:cNvPr>
          <p:cNvSpPr txBox="1"/>
          <p:nvPr/>
        </p:nvSpPr>
        <p:spPr>
          <a:xfrm>
            <a:off x="8719541" y="2132982"/>
            <a:ext cx="641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3/327A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4314641-F4B0-098F-BB9A-B178DA1A54EA}"/>
              </a:ext>
            </a:extLst>
          </p:cNvPr>
          <p:cNvSpPr/>
          <p:nvPr/>
        </p:nvSpPr>
        <p:spPr>
          <a:xfrm>
            <a:off x="11771238" y="2137375"/>
            <a:ext cx="910045" cy="84001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97BD09B-ED0B-4C0B-A03C-61C98448AAFA}"/>
              </a:ext>
            </a:extLst>
          </p:cNvPr>
          <p:cNvSpPr txBox="1"/>
          <p:nvPr/>
        </p:nvSpPr>
        <p:spPr>
          <a:xfrm>
            <a:off x="11723175" y="2132649"/>
            <a:ext cx="641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3/329A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59F8E226-6AAB-29F7-F8A5-CA7C1E182200}"/>
              </a:ext>
            </a:extLst>
          </p:cNvPr>
          <p:cNvSpPr/>
          <p:nvPr/>
        </p:nvSpPr>
        <p:spPr>
          <a:xfrm>
            <a:off x="11004820" y="2140596"/>
            <a:ext cx="766417" cy="83679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R&amp;D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17D441E-F3DF-54F7-4A46-D45643798B22}"/>
              </a:ext>
            </a:extLst>
          </p:cNvPr>
          <p:cNvSpPr txBox="1"/>
          <p:nvPr/>
        </p:nvSpPr>
        <p:spPr>
          <a:xfrm>
            <a:off x="10958449" y="2159049"/>
            <a:ext cx="641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3/328B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0DF8989C-3BD7-A531-E08C-8E17F7334853}"/>
              </a:ext>
            </a:extLst>
          </p:cNvPr>
          <p:cNvSpPr/>
          <p:nvPr/>
        </p:nvSpPr>
        <p:spPr>
          <a:xfrm>
            <a:off x="10244886" y="2147021"/>
            <a:ext cx="767232" cy="8303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ER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82AA5BC-19AF-3778-3092-9976DC706A4F}"/>
              </a:ext>
            </a:extLst>
          </p:cNvPr>
          <p:cNvSpPr txBox="1"/>
          <p:nvPr/>
        </p:nvSpPr>
        <p:spPr>
          <a:xfrm>
            <a:off x="10193723" y="2132649"/>
            <a:ext cx="641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3/328A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3C2D006D-9850-FB81-AC11-A076DE6288EC}"/>
              </a:ext>
            </a:extLst>
          </p:cNvPr>
          <p:cNvSpPr/>
          <p:nvPr/>
        </p:nvSpPr>
        <p:spPr>
          <a:xfrm>
            <a:off x="9530638" y="2134175"/>
            <a:ext cx="719480" cy="83679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R&amp;D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A824FFF-9A69-339A-071D-F8C8077D87DF}"/>
              </a:ext>
            </a:extLst>
          </p:cNvPr>
          <p:cNvSpPr txBox="1"/>
          <p:nvPr/>
        </p:nvSpPr>
        <p:spPr>
          <a:xfrm>
            <a:off x="9509522" y="2152628"/>
            <a:ext cx="641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3/327B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0674DD9-5A32-033B-0078-E87DF0E04BC2}"/>
              </a:ext>
            </a:extLst>
          </p:cNvPr>
          <p:cNvSpPr/>
          <p:nvPr/>
        </p:nvSpPr>
        <p:spPr>
          <a:xfrm>
            <a:off x="9641492" y="2971782"/>
            <a:ext cx="1314263" cy="85405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R&amp;D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E84F97F-D6D0-7871-AE7B-B3315EE0DA9D}"/>
              </a:ext>
            </a:extLst>
          </p:cNvPr>
          <p:cNvSpPr txBox="1"/>
          <p:nvPr/>
        </p:nvSpPr>
        <p:spPr>
          <a:xfrm>
            <a:off x="9595121" y="3002267"/>
            <a:ext cx="641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3/328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D43CABD1-2F41-A607-C5C3-D45E7D6E711C}"/>
              </a:ext>
            </a:extLst>
          </p:cNvPr>
          <p:cNvSpPr/>
          <p:nvPr/>
        </p:nvSpPr>
        <p:spPr>
          <a:xfrm>
            <a:off x="11181311" y="2973802"/>
            <a:ext cx="1499971" cy="84001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185BD6D-EC46-8BBB-96A5-83F06EC7D2B1}"/>
              </a:ext>
            </a:extLst>
          </p:cNvPr>
          <p:cNvSpPr txBox="1"/>
          <p:nvPr/>
        </p:nvSpPr>
        <p:spPr>
          <a:xfrm>
            <a:off x="11153506" y="2968582"/>
            <a:ext cx="641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3/329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47912189-7FB9-87A6-B850-BBB15D2D91D2}"/>
              </a:ext>
            </a:extLst>
          </p:cNvPr>
          <p:cNvSpPr/>
          <p:nvPr/>
        </p:nvSpPr>
        <p:spPr>
          <a:xfrm>
            <a:off x="5753258" y="2117139"/>
            <a:ext cx="806772" cy="854053"/>
          </a:xfrm>
          <a:prstGeom prst="rect">
            <a:avLst/>
          </a:prstGeom>
          <a:solidFill>
            <a:srgbClr val="9966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Nirmal Jha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5D61953-6BF1-1DBD-F83B-57FAD4D7736C}"/>
              </a:ext>
            </a:extLst>
          </p:cNvPr>
          <p:cNvSpPr txBox="1"/>
          <p:nvPr/>
        </p:nvSpPr>
        <p:spPr>
          <a:xfrm>
            <a:off x="5750747" y="2124232"/>
            <a:ext cx="641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3/322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6E4B120D-DB55-C809-5ECC-B56BDAE7C0C1}"/>
              </a:ext>
            </a:extLst>
          </p:cNvPr>
          <p:cNvSpPr/>
          <p:nvPr/>
        </p:nvSpPr>
        <p:spPr>
          <a:xfrm>
            <a:off x="4975841" y="2112749"/>
            <a:ext cx="773280" cy="854053"/>
          </a:xfrm>
          <a:prstGeom prst="rect">
            <a:avLst/>
          </a:prstGeom>
          <a:solidFill>
            <a:srgbClr val="9966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Venky</a:t>
            </a:r>
          </a:p>
          <a:p>
            <a:r>
              <a:rPr lang="en-US" sz="1000" dirty="0">
                <a:solidFill>
                  <a:schemeClr val="tx1"/>
                </a:solidFill>
              </a:rPr>
              <a:t>+ Jagadeesh</a:t>
            </a:r>
          </a:p>
          <a:p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86EB6265-3D19-E305-AAF0-BC3C108B54D6}"/>
              </a:ext>
            </a:extLst>
          </p:cNvPr>
          <p:cNvSpPr txBox="1"/>
          <p:nvPr/>
        </p:nvSpPr>
        <p:spPr>
          <a:xfrm>
            <a:off x="5284557" y="2094721"/>
            <a:ext cx="641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3/321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320B8FA-866A-9C8F-A43D-855AEC918EFB}"/>
              </a:ext>
            </a:extLst>
          </p:cNvPr>
          <p:cNvSpPr/>
          <p:nvPr/>
        </p:nvSpPr>
        <p:spPr>
          <a:xfrm>
            <a:off x="4211052" y="2114541"/>
            <a:ext cx="780737" cy="854053"/>
          </a:xfrm>
          <a:prstGeom prst="rect">
            <a:avLst/>
          </a:prstGeom>
          <a:solidFill>
            <a:srgbClr val="9966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Murthy + Anand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DDAE6953-BBB2-7163-A8B2-8DFC1B907609}"/>
              </a:ext>
            </a:extLst>
          </p:cNvPr>
          <p:cNvSpPr txBox="1"/>
          <p:nvPr/>
        </p:nvSpPr>
        <p:spPr>
          <a:xfrm>
            <a:off x="4194888" y="2132649"/>
            <a:ext cx="641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3/322</a:t>
            </a:r>
          </a:p>
        </p:txBody>
      </p:sp>
      <p:sp>
        <p:nvSpPr>
          <p:cNvPr id="173" name="Shape 38">
            <a:extLst>
              <a:ext uri="{FF2B5EF4-FFF2-40B4-BE49-F238E27FC236}">
                <a16:creationId xmlns:a16="http://schemas.microsoft.com/office/drawing/2014/main" id="{83758AE0-943C-6F48-EB78-07F4EDB64EFB}"/>
              </a:ext>
            </a:extLst>
          </p:cNvPr>
          <p:cNvSpPr txBox="1"/>
          <p:nvPr/>
        </p:nvSpPr>
        <p:spPr>
          <a:xfrm>
            <a:off x="10504967" y="315512"/>
            <a:ext cx="2296633" cy="64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4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AB3 - SF</a:t>
            </a:r>
            <a:endParaRPr sz="4000" b="1" dirty="0"/>
          </a:p>
        </p:txBody>
      </p:sp>
    </p:spTree>
    <p:extLst>
      <p:ext uri="{BB962C8B-B14F-4D97-AF65-F5344CB8AC3E}">
        <p14:creationId xmlns:p14="http://schemas.microsoft.com/office/powerpoint/2010/main" val="2999036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137920"/>
            <a:ext cx="12363450" cy="7324725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6539230" y="5671185"/>
            <a:ext cx="931545" cy="495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Meeting Rom</a:t>
            </a:r>
          </a:p>
        </p:txBody>
      </p:sp>
      <p:sp>
        <p:nvSpPr>
          <p:cNvPr id="5" name="Rectangles 4"/>
          <p:cNvSpPr/>
          <p:nvPr/>
        </p:nvSpPr>
        <p:spPr>
          <a:xfrm>
            <a:off x="5178425" y="5906770"/>
            <a:ext cx="725805" cy="495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Pantry Rom</a:t>
            </a:r>
          </a:p>
        </p:txBody>
      </p:sp>
      <p:sp>
        <p:nvSpPr>
          <p:cNvPr id="6" name="Rectangles 5"/>
          <p:cNvSpPr/>
          <p:nvPr/>
        </p:nvSpPr>
        <p:spPr>
          <a:xfrm>
            <a:off x="5414645" y="6505575"/>
            <a:ext cx="1124585" cy="495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Chemistry</a:t>
            </a:r>
          </a:p>
        </p:txBody>
      </p:sp>
      <p:sp>
        <p:nvSpPr>
          <p:cNvPr id="7" name="Rectangles 6"/>
          <p:cNvSpPr/>
          <p:nvPr/>
        </p:nvSpPr>
        <p:spPr>
          <a:xfrm>
            <a:off x="5414645" y="7104380"/>
            <a:ext cx="1124585" cy="495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Chemistry</a:t>
            </a:r>
          </a:p>
        </p:txBody>
      </p:sp>
      <p:sp>
        <p:nvSpPr>
          <p:cNvPr id="8" name="Rectangles 7"/>
          <p:cNvSpPr/>
          <p:nvPr/>
        </p:nvSpPr>
        <p:spPr>
          <a:xfrm>
            <a:off x="5414645" y="7811770"/>
            <a:ext cx="1124585" cy="495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ME</a:t>
            </a:r>
          </a:p>
        </p:txBody>
      </p:sp>
      <p:sp>
        <p:nvSpPr>
          <p:cNvPr id="9" name="Rectangles 8"/>
          <p:cNvSpPr/>
          <p:nvPr/>
        </p:nvSpPr>
        <p:spPr>
          <a:xfrm>
            <a:off x="2846070" y="7927975"/>
            <a:ext cx="1824990" cy="379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Ext Relations</a:t>
            </a:r>
          </a:p>
        </p:txBody>
      </p:sp>
      <p:sp>
        <p:nvSpPr>
          <p:cNvPr id="11" name="Rectangles 10"/>
          <p:cNvSpPr/>
          <p:nvPr/>
        </p:nvSpPr>
        <p:spPr>
          <a:xfrm>
            <a:off x="2199005" y="7432675"/>
            <a:ext cx="1824990" cy="379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MM</a:t>
            </a:r>
          </a:p>
        </p:txBody>
      </p:sp>
      <p:cxnSp>
        <p:nvCxnSpPr>
          <p:cNvPr id="12" name="Straight Arrow Connector 11"/>
          <p:cNvCxnSpPr>
            <a:stCxn id="11" idx="3"/>
          </p:cNvCxnSpPr>
          <p:nvPr/>
        </p:nvCxnSpPr>
        <p:spPr>
          <a:xfrm>
            <a:off x="4023995" y="7622540"/>
            <a:ext cx="677545" cy="1968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s 12"/>
          <p:cNvSpPr/>
          <p:nvPr/>
        </p:nvSpPr>
        <p:spPr>
          <a:xfrm>
            <a:off x="2313940" y="6992620"/>
            <a:ext cx="1824990" cy="379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Dir Office</a:t>
            </a:r>
          </a:p>
        </p:txBody>
      </p:sp>
      <p:cxnSp>
        <p:nvCxnSpPr>
          <p:cNvPr id="14" name="Straight Arrow Connector 13"/>
          <p:cNvCxnSpPr>
            <a:stCxn id="13" idx="3"/>
          </p:cNvCxnSpPr>
          <p:nvPr/>
        </p:nvCxnSpPr>
        <p:spPr>
          <a:xfrm>
            <a:off x="4138930" y="7182485"/>
            <a:ext cx="454025" cy="10858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3" idx="3"/>
          </p:cNvCxnSpPr>
          <p:nvPr/>
        </p:nvCxnSpPr>
        <p:spPr>
          <a:xfrm flipV="1">
            <a:off x="4138930" y="6964680"/>
            <a:ext cx="562610" cy="21780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s 15"/>
          <p:cNvSpPr/>
          <p:nvPr/>
        </p:nvSpPr>
        <p:spPr>
          <a:xfrm>
            <a:off x="2313940" y="6552565"/>
            <a:ext cx="1824990" cy="379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CD Office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4133215" y="6572885"/>
            <a:ext cx="562610" cy="21780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Shape 38"/>
          <p:cNvSpPr txBox="1"/>
          <p:nvPr/>
        </p:nvSpPr>
        <p:spPr>
          <a:xfrm>
            <a:off x="10504967" y="315512"/>
            <a:ext cx="2296633" cy="64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4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AB3 - SF</a:t>
            </a:r>
            <a:endParaRPr sz="40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38"/>
          <p:cNvSpPr txBox="1"/>
          <p:nvPr/>
        </p:nvSpPr>
        <p:spPr>
          <a:xfrm>
            <a:off x="10504967" y="315512"/>
            <a:ext cx="2296633" cy="64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4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AB4 - GF</a:t>
            </a:r>
            <a:endParaRPr sz="4000" b="1" dirty="0"/>
          </a:p>
        </p:txBody>
      </p:sp>
      <p:sp>
        <p:nvSpPr>
          <p:cNvPr id="28" name="Shape 152">
            <a:hlinkClick r:id="rId2"/>
          </p:cNvPr>
          <p:cNvSpPr/>
          <p:nvPr/>
        </p:nvSpPr>
        <p:spPr>
          <a:xfrm>
            <a:off x="4008721" y="2984097"/>
            <a:ext cx="3849610" cy="1834730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3200" dirty="0"/>
              <a:t>Fire Lab/Ctr for Safety Engg</a:t>
            </a:r>
          </a:p>
        </p:txBody>
      </p:sp>
      <p:sp>
        <p:nvSpPr>
          <p:cNvPr id="29" name="Shape 142">
            <a:hlinkClick r:id="rId3"/>
          </p:cNvPr>
          <p:cNvSpPr/>
          <p:nvPr/>
        </p:nvSpPr>
        <p:spPr>
          <a:xfrm>
            <a:off x="5987653" y="7159671"/>
            <a:ext cx="2702931" cy="2252442"/>
          </a:xfrm>
          <a:prstGeom prst="rect">
            <a:avLst/>
          </a:prstGeom>
          <a:solidFill>
            <a:srgbClr val="EBF1DE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endParaRPr sz="2000" dirty="0"/>
          </a:p>
        </p:txBody>
      </p:sp>
      <p:sp>
        <p:nvSpPr>
          <p:cNvPr id="30" name="Shape 143"/>
          <p:cNvSpPr txBox="1"/>
          <p:nvPr/>
        </p:nvSpPr>
        <p:spPr>
          <a:xfrm>
            <a:off x="6058621" y="7286961"/>
            <a:ext cx="1411293" cy="598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defPPr>
              <a:defRPr lang="en-US"/>
            </a:defPPr>
            <a:lvl1pPr indent="0">
              <a:buClr>
                <a:schemeClr val="dk1"/>
              </a:buClr>
              <a:buSzPts val="1400"/>
              <a:defRPr sz="1600" b="1">
                <a:solidFill>
                  <a:schemeClr val="dk1"/>
                </a:solidFill>
                <a:latin typeface="Calibri"/>
                <a:cs typeface="Calibri"/>
              </a:defRPr>
            </a:lvl1pPr>
            <a:lvl2pPr indent="0">
              <a:defRPr sz="1100"/>
            </a:lvl2pPr>
            <a:lvl3pPr indent="0">
              <a:defRPr sz="1100"/>
            </a:lvl3pPr>
            <a:lvl4pPr indent="0">
              <a:defRPr sz="1100"/>
            </a:lvl4pPr>
            <a:lvl5pPr indent="0">
              <a:defRPr sz="1100"/>
            </a:lvl5pPr>
            <a:lvl6pPr indent="0">
              <a:defRPr sz="1100"/>
            </a:lvl6pPr>
            <a:lvl7pPr indent="0">
              <a:defRPr sz="1100"/>
            </a:lvl7pPr>
            <a:lvl8pPr indent="0">
              <a:defRPr sz="1100"/>
            </a:lvl8pPr>
            <a:lvl9pPr indent="0">
              <a:defRPr sz="1100"/>
            </a:lvl9pPr>
          </a:lstStyle>
          <a:p>
            <a:r>
              <a:rPr lang="en-US" sz="2400">
                <a:sym typeface="Calibri"/>
              </a:rPr>
              <a:t>4-101</a:t>
            </a:r>
            <a:endParaRPr sz="2400"/>
          </a:p>
        </p:txBody>
      </p:sp>
      <p:sp>
        <p:nvSpPr>
          <p:cNvPr id="31" name="Shape 144">
            <a:hlinkClick r:id="rId4"/>
          </p:cNvPr>
          <p:cNvSpPr/>
          <p:nvPr/>
        </p:nvSpPr>
        <p:spPr>
          <a:xfrm>
            <a:off x="3139923" y="7159671"/>
            <a:ext cx="2745834" cy="2252442"/>
          </a:xfrm>
          <a:prstGeom prst="rect">
            <a:avLst/>
          </a:prstGeom>
          <a:solidFill>
            <a:srgbClr val="EBF1DE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endParaRPr sz="2400" dirty="0"/>
          </a:p>
        </p:txBody>
      </p:sp>
      <p:sp>
        <p:nvSpPr>
          <p:cNvPr id="32" name="Shape 145"/>
          <p:cNvSpPr txBox="1"/>
          <p:nvPr/>
        </p:nvSpPr>
        <p:spPr>
          <a:xfrm>
            <a:off x="3204277" y="7213300"/>
            <a:ext cx="1136410" cy="598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24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4-102</a:t>
            </a:r>
            <a:endParaRPr sz="2400" b="1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33" name="Shape 146">
            <a:hlinkClick r:id="rId5"/>
          </p:cNvPr>
          <p:cNvSpPr/>
          <p:nvPr/>
        </p:nvSpPr>
        <p:spPr>
          <a:xfrm>
            <a:off x="1510343" y="7701390"/>
            <a:ext cx="976058" cy="697184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endParaRPr sz="1200" dirty="0"/>
          </a:p>
        </p:txBody>
      </p:sp>
      <p:sp>
        <p:nvSpPr>
          <p:cNvPr id="34" name="Shape 147"/>
          <p:cNvSpPr txBox="1"/>
          <p:nvPr/>
        </p:nvSpPr>
        <p:spPr>
          <a:xfrm>
            <a:off x="1529014" y="7798751"/>
            <a:ext cx="957388" cy="468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defPPr>
              <a:defRPr lang="en-US"/>
            </a:defPPr>
            <a:lvl1pPr indent="0">
              <a:buClr>
                <a:schemeClr val="dk1"/>
              </a:buClr>
              <a:buSzPts val="1400"/>
              <a:defRPr sz="16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indent="0">
              <a:defRPr sz="1100"/>
            </a:lvl2pPr>
            <a:lvl3pPr indent="0">
              <a:defRPr sz="1100"/>
            </a:lvl3pPr>
            <a:lvl4pPr indent="0">
              <a:defRPr sz="1100"/>
            </a:lvl4pPr>
            <a:lvl5pPr indent="0">
              <a:defRPr sz="1100"/>
            </a:lvl5pPr>
            <a:lvl6pPr indent="0">
              <a:defRPr sz="1100"/>
            </a:lvl6pPr>
            <a:lvl7pPr indent="0">
              <a:defRPr sz="1100"/>
            </a:lvl7pPr>
            <a:lvl8pPr indent="0">
              <a:defRPr sz="1100"/>
            </a:lvl8pPr>
            <a:lvl9pPr indent="0">
              <a:defRPr sz="1100"/>
            </a:lvl9pPr>
          </a:lstStyle>
          <a:p>
            <a:r>
              <a:rPr lang="en-US" sz="2400" dirty="0">
                <a:sym typeface="Calibri"/>
              </a:rPr>
              <a:t>4-105</a:t>
            </a:r>
            <a:endParaRPr sz="2400" dirty="0"/>
          </a:p>
        </p:txBody>
      </p:sp>
      <p:sp>
        <p:nvSpPr>
          <p:cNvPr id="35" name="Shape 148">
            <a:hlinkClick r:id="rId6"/>
          </p:cNvPr>
          <p:cNvSpPr/>
          <p:nvPr/>
        </p:nvSpPr>
        <p:spPr>
          <a:xfrm>
            <a:off x="1498970" y="7072251"/>
            <a:ext cx="927792" cy="573293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endParaRPr sz="1200" dirty="0"/>
          </a:p>
        </p:txBody>
      </p:sp>
      <p:sp>
        <p:nvSpPr>
          <p:cNvPr id="36" name="Shape 149"/>
          <p:cNvSpPr txBox="1"/>
          <p:nvPr/>
        </p:nvSpPr>
        <p:spPr>
          <a:xfrm>
            <a:off x="1484230" y="7082125"/>
            <a:ext cx="1082777" cy="573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defPPr>
              <a:defRPr lang="en-US"/>
            </a:defPPr>
            <a:lvl1pPr indent="0">
              <a:buClr>
                <a:schemeClr val="dk1"/>
              </a:buClr>
              <a:buSzPts val="1400"/>
              <a:defRPr sz="16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indent="0">
              <a:defRPr sz="1100"/>
            </a:lvl2pPr>
            <a:lvl3pPr indent="0">
              <a:defRPr sz="1100"/>
            </a:lvl3pPr>
            <a:lvl4pPr indent="0">
              <a:defRPr sz="1100"/>
            </a:lvl4pPr>
            <a:lvl5pPr indent="0">
              <a:defRPr sz="1100"/>
            </a:lvl5pPr>
            <a:lvl6pPr indent="0">
              <a:defRPr sz="1100"/>
            </a:lvl6pPr>
            <a:lvl7pPr indent="0">
              <a:defRPr sz="1100"/>
            </a:lvl7pPr>
            <a:lvl8pPr indent="0">
              <a:defRPr sz="1100"/>
            </a:lvl8pPr>
            <a:lvl9pPr indent="0">
              <a:defRPr sz="1100"/>
            </a:lvl9pPr>
          </a:lstStyle>
          <a:p>
            <a:r>
              <a:rPr lang="en-US" sz="2400" dirty="0">
                <a:sym typeface="Calibri"/>
              </a:rPr>
              <a:t>4-106</a:t>
            </a:r>
            <a:endParaRPr sz="2400" dirty="0"/>
          </a:p>
        </p:txBody>
      </p:sp>
      <p:sp>
        <p:nvSpPr>
          <p:cNvPr id="37" name="Shape 150">
            <a:hlinkClick r:id="rId7"/>
          </p:cNvPr>
          <p:cNvSpPr/>
          <p:nvPr/>
        </p:nvSpPr>
        <p:spPr>
          <a:xfrm>
            <a:off x="758769" y="7127492"/>
            <a:ext cx="718636" cy="1161975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endParaRPr sz="1200" dirty="0"/>
          </a:p>
        </p:txBody>
      </p:sp>
      <p:sp>
        <p:nvSpPr>
          <p:cNvPr id="38" name="Shape 151"/>
          <p:cNvSpPr txBox="1"/>
          <p:nvPr/>
        </p:nvSpPr>
        <p:spPr>
          <a:xfrm>
            <a:off x="692626" y="7119643"/>
            <a:ext cx="1082777" cy="9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defPPr>
              <a:defRPr lang="en-US"/>
            </a:defPPr>
            <a:lvl1pPr indent="0">
              <a:buClr>
                <a:schemeClr val="dk1"/>
              </a:buClr>
              <a:buSzPts val="1400"/>
              <a:defRPr sz="16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indent="0">
              <a:defRPr sz="1100"/>
            </a:lvl2pPr>
            <a:lvl3pPr indent="0">
              <a:defRPr sz="1100"/>
            </a:lvl3pPr>
            <a:lvl4pPr indent="0">
              <a:defRPr sz="1100"/>
            </a:lvl4pPr>
            <a:lvl5pPr indent="0">
              <a:defRPr sz="1100"/>
            </a:lvl5pPr>
            <a:lvl6pPr indent="0">
              <a:defRPr sz="1100"/>
            </a:lvl6pPr>
            <a:lvl7pPr indent="0">
              <a:defRPr sz="1100"/>
            </a:lvl7pPr>
            <a:lvl8pPr indent="0">
              <a:defRPr sz="1100"/>
            </a:lvl8pPr>
            <a:lvl9pPr indent="0">
              <a:defRPr sz="1100"/>
            </a:lvl9pPr>
          </a:lstStyle>
          <a:p>
            <a:r>
              <a:rPr lang="en-US" sz="1800" dirty="0">
                <a:sym typeface="Calibri"/>
              </a:rPr>
              <a:t>4-107</a:t>
            </a:r>
            <a:endParaRPr sz="1800" dirty="0"/>
          </a:p>
        </p:txBody>
      </p:sp>
      <p:sp>
        <p:nvSpPr>
          <p:cNvPr id="39" name="Shape 153"/>
          <p:cNvSpPr txBox="1"/>
          <p:nvPr/>
        </p:nvSpPr>
        <p:spPr>
          <a:xfrm>
            <a:off x="4001988" y="3047175"/>
            <a:ext cx="1299661" cy="486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4-108 B</a:t>
            </a:r>
            <a:endParaRPr sz="2000" dirty="0"/>
          </a:p>
        </p:txBody>
      </p:sp>
      <p:sp>
        <p:nvSpPr>
          <p:cNvPr id="40" name="Shape 154">
            <a:hlinkClick r:id="rId8"/>
          </p:cNvPr>
          <p:cNvSpPr/>
          <p:nvPr/>
        </p:nvSpPr>
        <p:spPr>
          <a:xfrm>
            <a:off x="7340287" y="4798335"/>
            <a:ext cx="1110752" cy="1927829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endParaRPr sz="2400" dirty="0"/>
          </a:p>
        </p:txBody>
      </p:sp>
      <p:sp>
        <p:nvSpPr>
          <p:cNvPr id="41" name="Shape 155"/>
          <p:cNvSpPr txBox="1"/>
          <p:nvPr/>
        </p:nvSpPr>
        <p:spPr>
          <a:xfrm>
            <a:off x="7250747" y="4827247"/>
            <a:ext cx="1110752" cy="563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4-109</a:t>
            </a:r>
            <a:endParaRPr sz="2400" dirty="0"/>
          </a:p>
        </p:txBody>
      </p:sp>
      <p:sp>
        <p:nvSpPr>
          <p:cNvPr id="42" name="Shape 158">
            <a:hlinkClick r:id="rId9"/>
          </p:cNvPr>
          <p:cNvSpPr/>
          <p:nvPr/>
        </p:nvSpPr>
        <p:spPr>
          <a:xfrm>
            <a:off x="9779265" y="974392"/>
            <a:ext cx="1769776" cy="2080828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endParaRPr sz="2400" b="1" dirty="0">
              <a:solidFill>
                <a:srgbClr val="FF0000"/>
              </a:solidFill>
              <a:highlight>
                <a:srgbClr val="C0C0C0"/>
              </a:highlight>
            </a:endParaRPr>
          </a:p>
        </p:txBody>
      </p:sp>
      <p:sp>
        <p:nvSpPr>
          <p:cNvPr id="43" name="Shape 159"/>
          <p:cNvSpPr txBox="1"/>
          <p:nvPr/>
        </p:nvSpPr>
        <p:spPr>
          <a:xfrm>
            <a:off x="9800717" y="985119"/>
            <a:ext cx="804444" cy="34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4-111</a:t>
            </a:r>
            <a:endParaRPr sz="1200"/>
          </a:p>
        </p:txBody>
      </p:sp>
      <p:sp>
        <p:nvSpPr>
          <p:cNvPr id="44" name="Shape 160">
            <a:hlinkClick r:id="rId10"/>
          </p:cNvPr>
          <p:cNvSpPr/>
          <p:nvPr/>
        </p:nvSpPr>
        <p:spPr>
          <a:xfrm>
            <a:off x="3418797" y="974392"/>
            <a:ext cx="5137714" cy="1995020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Conference Facility</a:t>
            </a:r>
            <a:endParaRPr sz="2800" dirty="0"/>
          </a:p>
        </p:txBody>
      </p:sp>
      <p:sp>
        <p:nvSpPr>
          <p:cNvPr id="45" name="Shape 161"/>
          <p:cNvSpPr txBox="1"/>
          <p:nvPr/>
        </p:nvSpPr>
        <p:spPr>
          <a:xfrm>
            <a:off x="3429522" y="995842"/>
            <a:ext cx="1258470" cy="47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defPPr>
              <a:defRPr lang="en-US"/>
            </a:defPPr>
            <a:lvl1pPr indent="0">
              <a:buClr>
                <a:schemeClr val="dk1"/>
              </a:buClr>
              <a:buSzPts val="1400"/>
              <a:defRPr sz="14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indent="0">
              <a:defRPr sz="1100"/>
            </a:lvl2pPr>
            <a:lvl3pPr indent="0">
              <a:defRPr sz="1100"/>
            </a:lvl3pPr>
            <a:lvl4pPr indent="0">
              <a:defRPr sz="1100"/>
            </a:lvl4pPr>
            <a:lvl5pPr indent="0">
              <a:defRPr sz="1100"/>
            </a:lvl5pPr>
            <a:lvl6pPr indent="0">
              <a:defRPr sz="1100"/>
            </a:lvl6pPr>
            <a:lvl7pPr indent="0">
              <a:defRPr sz="1100"/>
            </a:lvl7pPr>
            <a:lvl8pPr indent="0">
              <a:defRPr sz="1100"/>
            </a:lvl8pPr>
            <a:lvl9pPr indent="0">
              <a:defRPr sz="1100"/>
            </a:lvl9pPr>
          </a:lstStyle>
          <a:p>
            <a:r>
              <a:rPr lang="en-US" sz="2000" dirty="0">
                <a:sym typeface="Calibri"/>
              </a:rPr>
              <a:t>4-112</a:t>
            </a:r>
            <a:endParaRPr sz="2000" dirty="0"/>
          </a:p>
        </p:txBody>
      </p:sp>
      <p:sp>
        <p:nvSpPr>
          <p:cNvPr id="46" name="Shape 154">
            <a:hlinkClick r:id="rId8"/>
          </p:cNvPr>
          <p:cNvSpPr/>
          <p:nvPr/>
        </p:nvSpPr>
        <p:spPr>
          <a:xfrm>
            <a:off x="3204277" y="4816057"/>
            <a:ext cx="2514451" cy="1927829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endParaRPr sz="2400" dirty="0"/>
          </a:p>
        </p:txBody>
      </p:sp>
      <p:sp>
        <p:nvSpPr>
          <p:cNvPr id="47" name="Shape 153"/>
          <p:cNvSpPr txBox="1"/>
          <p:nvPr/>
        </p:nvSpPr>
        <p:spPr>
          <a:xfrm>
            <a:off x="3249047" y="4875553"/>
            <a:ext cx="1153774" cy="51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20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4-108</a:t>
            </a:r>
            <a:endParaRPr sz="2000" b="1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48" name="Shape 154">
            <a:hlinkClick r:id="rId8"/>
          </p:cNvPr>
          <p:cNvSpPr/>
          <p:nvPr/>
        </p:nvSpPr>
        <p:spPr>
          <a:xfrm>
            <a:off x="5752853" y="4789553"/>
            <a:ext cx="1554322" cy="1927829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endParaRPr sz="2400" dirty="0"/>
          </a:p>
        </p:txBody>
      </p:sp>
      <p:sp>
        <p:nvSpPr>
          <p:cNvPr id="49" name="Rectangle 48"/>
          <p:cNvSpPr/>
          <p:nvPr/>
        </p:nvSpPr>
        <p:spPr>
          <a:xfrm>
            <a:off x="758769" y="4753960"/>
            <a:ext cx="7931815" cy="4731365"/>
          </a:xfrm>
          <a:prstGeom prst="rect">
            <a:avLst/>
          </a:prstGeom>
          <a:solidFill>
            <a:srgbClr val="FF00FF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ME (985)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779263" y="974392"/>
            <a:ext cx="1769777" cy="2080828"/>
          </a:xfrm>
          <a:prstGeom prst="rect">
            <a:avLst/>
          </a:prstGeom>
          <a:solidFill>
            <a:srgbClr val="FF00FF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ME</a:t>
            </a:r>
            <a:endParaRPr lang="en-IN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121">
            <a:hlinkClick r:id="rId2"/>
          </p:cNvPr>
          <p:cNvSpPr/>
          <p:nvPr/>
        </p:nvSpPr>
        <p:spPr>
          <a:xfrm>
            <a:off x="3287345" y="6887912"/>
            <a:ext cx="1967336" cy="1561684"/>
          </a:xfrm>
          <a:prstGeom prst="rect">
            <a:avLst/>
          </a:prstGeom>
          <a:solidFill>
            <a:srgbClr val="EBF1DE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800" dirty="0">
                <a:solidFill>
                  <a:srgbClr val="000000"/>
                </a:solidFill>
                <a:cs typeface="Calibri"/>
                <a:sym typeface="Calibri"/>
              </a:rPr>
              <a:t>(86)</a:t>
            </a:r>
            <a:endParaRPr sz="1800" dirty="0"/>
          </a:p>
        </p:txBody>
      </p:sp>
      <p:grpSp>
        <p:nvGrpSpPr>
          <p:cNvPr id="35" name="Group 34"/>
          <p:cNvGrpSpPr>
            <a:grpSpLocks noChangeAspect="1"/>
          </p:cNvGrpSpPr>
          <p:nvPr/>
        </p:nvGrpSpPr>
        <p:grpSpPr>
          <a:xfrm>
            <a:off x="334482" y="1654519"/>
            <a:ext cx="11838000" cy="6804000"/>
            <a:chOff x="699572" y="1455737"/>
            <a:chExt cx="11191332" cy="6432324"/>
          </a:xfrm>
        </p:grpSpPr>
        <p:sp>
          <p:nvSpPr>
            <p:cNvPr id="3" name="Shape 116">
              <a:hlinkClick r:id="rId3"/>
            </p:cNvPr>
            <p:cNvSpPr/>
            <p:nvPr/>
          </p:nvSpPr>
          <p:spPr>
            <a:xfrm>
              <a:off x="3400198" y="1971448"/>
              <a:ext cx="2514600" cy="1466850"/>
            </a:xfrm>
            <a:prstGeom prst="rect">
              <a:avLst/>
            </a:prstGeom>
            <a:solidFill>
              <a:srgbClr val="EBF1DE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80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(112)</a:t>
              </a:r>
              <a:endParaRPr lang="en-US" sz="1800" dirty="0">
                <a:solidFill>
                  <a:srgbClr val="000000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4" name="Shape 117">
              <a:hlinkClick r:id="rId4"/>
            </p:cNvPr>
            <p:cNvSpPr/>
            <p:nvPr/>
          </p:nvSpPr>
          <p:spPr>
            <a:xfrm>
              <a:off x="6259664" y="1971448"/>
              <a:ext cx="2524125" cy="1466850"/>
            </a:xfrm>
            <a:prstGeom prst="rect">
              <a:avLst/>
            </a:prstGeom>
            <a:solidFill>
              <a:srgbClr val="EBF1DE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endParaRPr lang="en-US" sz="1800">
                <a:solidFill>
                  <a:srgbClr val="000000"/>
                </a:solidFill>
                <a:latin typeface="Calibri"/>
                <a:cs typeface="Calibri"/>
                <a:sym typeface="Calibri"/>
              </a:endParaRPr>
            </a:p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80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(112)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endParaRPr sz="180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5" name="Shape 118">
              <a:hlinkClick r:id="rId5"/>
            </p:cNvPr>
            <p:cNvSpPr/>
            <p:nvPr/>
          </p:nvSpPr>
          <p:spPr>
            <a:xfrm>
              <a:off x="9595379" y="1455737"/>
              <a:ext cx="2247900" cy="1971675"/>
            </a:xfrm>
            <a:prstGeom prst="rect">
              <a:avLst/>
            </a:prstGeom>
            <a:solidFill>
              <a:srgbClr val="EBF1DE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80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(124)</a:t>
              </a:r>
              <a:endParaRPr lang="en-US" sz="1800" dirty="0">
                <a:solidFill>
                  <a:srgbClr val="000000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8" name="Shape 121">
              <a:hlinkClick r:id="rId2"/>
            </p:cNvPr>
            <p:cNvSpPr/>
            <p:nvPr/>
          </p:nvSpPr>
          <p:spPr>
            <a:xfrm>
              <a:off x="6962419" y="6402161"/>
              <a:ext cx="1859867" cy="1476375"/>
            </a:xfrm>
            <a:prstGeom prst="rect">
              <a:avLst/>
            </a:prstGeom>
            <a:solidFill>
              <a:srgbClr val="EBF1DE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800">
                  <a:solidFill>
                    <a:srgbClr val="000000"/>
                  </a:solidFill>
                  <a:cs typeface="Calibri"/>
                  <a:sym typeface="Calibri"/>
                </a:rPr>
                <a:t>(86)</a:t>
              </a:r>
              <a:endParaRPr sz="1800" dirty="0"/>
            </a:p>
          </p:txBody>
        </p:sp>
        <p:sp>
          <p:nvSpPr>
            <p:cNvPr id="10" name="Shape 123">
              <a:hlinkClick r:id="rId6"/>
            </p:cNvPr>
            <p:cNvSpPr/>
            <p:nvPr/>
          </p:nvSpPr>
          <p:spPr>
            <a:xfrm>
              <a:off x="5352786" y="6402161"/>
              <a:ext cx="1611729" cy="1476375"/>
            </a:xfrm>
            <a:prstGeom prst="rect">
              <a:avLst/>
            </a:prstGeom>
            <a:solidFill>
              <a:srgbClr val="EBF1DE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lang="en-US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200">
                  <a:solidFill>
                    <a:srgbClr val="000000"/>
                  </a:solidFill>
                  <a:cs typeface="Calibri"/>
                  <a:sym typeface="Calibri"/>
                </a:rPr>
                <a:t>(58)</a:t>
              </a:r>
              <a:endParaRPr sz="1200" dirty="0"/>
            </a:p>
          </p:txBody>
        </p:sp>
        <p:sp>
          <p:nvSpPr>
            <p:cNvPr id="13" name="Shape 126">
              <a:hlinkClick r:id="rId7"/>
            </p:cNvPr>
            <p:cNvSpPr/>
            <p:nvPr/>
          </p:nvSpPr>
          <p:spPr>
            <a:xfrm>
              <a:off x="1764860" y="6402161"/>
              <a:ext cx="1028700" cy="704850"/>
            </a:xfrm>
            <a:prstGeom prst="rect">
              <a:avLst/>
            </a:prstGeom>
            <a:solidFill>
              <a:srgbClr val="EBF1DE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800" dirty="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(6)</a:t>
              </a:r>
              <a:endParaRPr sz="180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14" name="Shape 127">
              <a:hlinkClick r:id="rId8"/>
            </p:cNvPr>
            <p:cNvSpPr/>
            <p:nvPr/>
          </p:nvSpPr>
          <p:spPr>
            <a:xfrm>
              <a:off x="699572" y="6402161"/>
              <a:ext cx="1028700" cy="1485900"/>
            </a:xfrm>
            <a:prstGeom prst="rect">
              <a:avLst/>
            </a:prstGeom>
            <a:solidFill>
              <a:srgbClr val="EBF1DE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800" dirty="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(28)</a:t>
              </a:r>
              <a:endParaRPr sz="180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15" name="Shape 128"/>
            <p:cNvSpPr txBox="1"/>
            <p:nvPr/>
          </p:nvSpPr>
          <p:spPr>
            <a:xfrm>
              <a:off x="3445078" y="1996425"/>
              <a:ext cx="431380" cy="188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>
                  <a:sym typeface="Calibri"/>
                </a:rPr>
                <a:t>4-217</a:t>
              </a:r>
              <a:endParaRPr dirty="0"/>
            </a:p>
          </p:txBody>
        </p:sp>
        <p:sp>
          <p:nvSpPr>
            <p:cNvPr id="16" name="Shape 129"/>
            <p:cNvSpPr txBox="1"/>
            <p:nvPr/>
          </p:nvSpPr>
          <p:spPr>
            <a:xfrm>
              <a:off x="5504316" y="1970359"/>
              <a:ext cx="431380" cy="2405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>
                  <a:sym typeface="Calibri"/>
                </a:rPr>
                <a:t>4-216</a:t>
              </a:r>
              <a:endParaRPr dirty="0"/>
            </a:p>
          </p:txBody>
        </p:sp>
        <p:sp>
          <p:nvSpPr>
            <p:cNvPr id="17" name="Shape 130"/>
            <p:cNvSpPr txBox="1"/>
            <p:nvPr/>
          </p:nvSpPr>
          <p:spPr>
            <a:xfrm>
              <a:off x="6250139" y="1971448"/>
              <a:ext cx="420007" cy="188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>
                  <a:sym typeface="Calibri"/>
                </a:rPr>
                <a:t>4-215</a:t>
              </a:r>
              <a:endParaRPr dirty="0"/>
            </a:p>
          </p:txBody>
        </p:sp>
        <p:sp>
          <p:nvSpPr>
            <p:cNvPr id="18" name="Shape 131"/>
            <p:cNvSpPr txBox="1"/>
            <p:nvPr/>
          </p:nvSpPr>
          <p:spPr>
            <a:xfrm>
              <a:off x="8412389" y="1970572"/>
              <a:ext cx="427643" cy="1925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4-214</a:t>
              </a:r>
              <a:endParaRPr sz="1600" dirty="0"/>
            </a:p>
          </p:txBody>
        </p:sp>
        <p:sp>
          <p:nvSpPr>
            <p:cNvPr id="19" name="Shape 132"/>
            <p:cNvSpPr txBox="1"/>
            <p:nvPr/>
          </p:nvSpPr>
          <p:spPr>
            <a:xfrm>
              <a:off x="9595379" y="1455737"/>
              <a:ext cx="418254" cy="200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>
                  <a:sym typeface="Calibri"/>
                </a:rPr>
                <a:t>4-213</a:t>
              </a:r>
              <a:endParaRPr dirty="0"/>
            </a:p>
          </p:txBody>
        </p:sp>
        <p:sp>
          <p:nvSpPr>
            <p:cNvPr id="21" name="Shape 134"/>
            <p:cNvSpPr txBox="1"/>
            <p:nvPr/>
          </p:nvSpPr>
          <p:spPr>
            <a:xfrm>
              <a:off x="8410349" y="6419169"/>
              <a:ext cx="429683" cy="2169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>
                  <a:sym typeface="Calibri"/>
                </a:rPr>
                <a:t>4-201</a:t>
              </a:r>
              <a:endParaRPr dirty="0"/>
            </a:p>
          </p:txBody>
        </p:sp>
        <p:sp>
          <p:nvSpPr>
            <p:cNvPr id="22" name="Shape 135"/>
            <p:cNvSpPr txBox="1"/>
            <p:nvPr/>
          </p:nvSpPr>
          <p:spPr>
            <a:xfrm>
              <a:off x="7012345" y="6428438"/>
              <a:ext cx="458837" cy="2169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>
                  <a:sym typeface="Calibri"/>
                </a:rPr>
                <a:t>4-202</a:t>
              </a:r>
              <a:endParaRPr dirty="0"/>
            </a:p>
          </p:txBody>
        </p:sp>
        <p:sp>
          <p:nvSpPr>
            <p:cNvPr id="23" name="Shape 136"/>
            <p:cNvSpPr txBox="1"/>
            <p:nvPr/>
          </p:nvSpPr>
          <p:spPr>
            <a:xfrm>
              <a:off x="6581882" y="6416057"/>
              <a:ext cx="412719" cy="223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>
                  <a:sym typeface="Calibri"/>
                </a:rPr>
                <a:t>4-203</a:t>
              </a:r>
              <a:endParaRPr dirty="0"/>
            </a:p>
          </p:txBody>
        </p:sp>
        <p:sp>
          <p:nvSpPr>
            <p:cNvPr id="24" name="Shape 137"/>
            <p:cNvSpPr txBox="1"/>
            <p:nvPr/>
          </p:nvSpPr>
          <p:spPr>
            <a:xfrm>
              <a:off x="5394230" y="6419170"/>
              <a:ext cx="468238" cy="196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4-204</a:t>
              </a:r>
              <a:endParaRPr sz="1200" dirty="0"/>
            </a:p>
          </p:txBody>
        </p:sp>
        <p:sp>
          <p:nvSpPr>
            <p:cNvPr id="25" name="Shape 138"/>
            <p:cNvSpPr txBox="1"/>
            <p:nvPr/>
          </p:nvSpPr>
          <p:spPr>
            <a:xfrm>
              <a:off x="4965743" y="6428438"/>
              <a:ext cx="468237" cy="243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>
                  <a:sym typeface="Calibri"/>
                </a:rPr>
                <a:t>4-205</a:t>
              </a:r>
              <a:endParaRPr dirty="0"/>
            </a:p>
          </p:txBody>
        </p:sp>
        <p:sp>
          <p:nvSpPr>
            <p:cNvPr id="26" name="Shape 139"/>
            <p:cNvSpPr txBox="1"/>
            <p:nvPr/>
          </p:nvSpPr>
          <p:spPr>
            <a:xfrm>
              <a:off x="3526082" y="6422592"/>
              <a:ext cx="468237" cy="243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>
                  <a:sym typeface="Calibri"/>
                </a:rPr>
                <a:t>4-206</a:t>
              </a:r>
              <a:endParaRPr dirty="0"/>
            </a:p>
          </p:txBody>
        </p:sp>
        <p:sp>
          <p:nvSpPr>
            <p:cNvPr id="27" name="Shape 140"/>
            <p:cNvSpPr txBox="1"/>
            <p:nvPr/>
          </p:nvSpPr>
          <p:spPr>
            <a:xfrm>
              <a:off x="1789717" y="6412700"/>
              <a:ext cx="404543" cy="2026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>
                  <a:sym typeface="Calibri"/>
                </a:rPr>
                <a:t>4-209</a:t>
              </a:r>
              <a:endParaRPr dirty="0"/>
            </a:p>
          </p:txBody>
        </p:sp>
        <p:sp>
          <p:nvSpPr>
            <p:cNvPr id="28" name="Shape 141"/>
            <p:cNvSpPr txBox="1"/>
            <p:nvPr/>
          </p:nvSpPr>
          <p:spPr>
            <a:xfrm>
              <a:off x="729953" y="6419169"/>
              <a:ext cx="460181" cy="2026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>
                  <a:sym typeface="Calibri"/>
                </a:rPr>
                <a:t>4-210</a:t>
              </a:r>
              <a:endParaRPr dirty="0"/>
            </a:p>
          </p:txBody>
        </p:sp>
        <p:sp>
          <p:nvSpPr>
            <p:cNvPr id="29" name="Shape 162"/>
            <p:cNvSpPr/>
            <p:nvPr/>
          </p:nvSpPr>
          <p:spPr>
            <a:xfrm>
              <a:off x="3390673" y="3460977"/>
              <a:ext cx="5019675" cy="6000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SzPts val="1100"/>
                <a:buFont typeface="Arial"/>
                <a:buNone/>
              </a:pPr>
              <a:endParaRPr sz="1200"/>
            </a:p>
          </p:txBody>
        </p:sp>
        <p:sp>
          <p:nvSpPr>
            <p:cNvPr id="30" name="Shape 163"/>
            <p:cNvSpPr/>
            <p:nvPr/>
          </p:nvSpPr>
          <p:spPr>
            <a:xfrm>
              <a:off x="9604904" y="3480027"/>
              <a:ext cx="2286000" cy="6000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SzPts val="1100"/>
                <a:buFont typeface="Arial"/>
                <a:buNone/>
              </a:pPr>
              <a:endParaRPr sz="1200"/>
            </a:p>
          </p:txBody>
        </p:sp>
        <p:sp>
          <p:nvSpPr>
            <p:cNvPr id="31" name="Shape 162"/>
            <p:cNvSpPr/>
            <p:nvPr/>
          </p:nvSpPr>
          <p:spPr>
            <a:xfrm>
              <a:off x="3638323" y="3980996"/>
              <a:ext cx="5019675" cy="6000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SzPts val="1100"/>
                <a:buFont typeface="Arial"/>
                <a:buNone/>
              </a:pPr>
              <a:endParaRPr sz="1200"/>
            </a:p>
          </p:txBody>
        </p:sp>
        <p:sp>
          <p:nvSpPr>
            <p:cNvPr id="32" name="Shape 164">
              <a:hlinkClick r:id="rId9"/>
            </p:cNvPr>
            <p:cNvSpPr/>
            <p:nvPr/>
          </p:nvSpPr>
          <p:spPr>
            <a:xfrm>
              <a:off x="3408149" y="3980996"/>
              <a:ext cx="5229225" cy="1895475"/>
            </a:xfrm>
            <a:prstGeom prst="rect">
              <a:avLst/>
            </a:prstGeom>
            <a:solidFill>
              <a:srgbClr val="EBF1DE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800" dirty="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(296)</a:t>
              </a:r>
              <a:endParaRPr sz="2000" dirty="0"/>
            </a:p>
          </p:txBody>
        </p:sp>
        <p:sp>
          <p:nvSpPr>
            <p:cNvPr id="33" name="Shape 165"/>
            <p:cNvSpPr txBox="1"/>
            <p:nvPr/>
          </p:nvSpPr>
          <p:spPr>
            <a:xfrm>
              <a:off x="3408149" y="4019096"/>
              <a:ext cx="402679" cy="2099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>
                  <a:sym typeface="Calibri"/>
                </a:rPr>
                <a:t>4-211</a:t>
              </a:r>
              <a:endParaRPr dirty="0"/>
            </a:p>
          </p:txBody>
        </p:sp>
      </p:grpSp>
      <p:sp>
        <p:nvSpPr>
          <p:cNvPr id="6" name="Shape 38"/>
          <p:cNvSpPr txBox="1"/>
          <p:nvPr/>
        </p:nvSpPr>
        <p:spPr>
          <a:xfrm>
            <a:off x="10828054" y="315512"/>
            <a:ext cx="1973546" cy="64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4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AB4 - FF</a:t>
            </a:r>
            <a:endParaRPr sz="4000" b="1" dirty="0"/>
          </a:p>
        </p:txBody>
      </p:sp>
      <p:sp>
        <p:nvSpPr>
          <p:cNvPr id="7" name="Freeform: Shape 6"/>
          <p:cNvSpPr/>
          <p:nvPr/>
        </p:nvSpPr>
        <p:spPr>
          <a:xfrm>
            <a:off x="302282" y="1654519"/>
            <a:ext cx="11806990" cy="6817895"/>
          </a:xfrm>
          <a:custGeom>
            <a:avLst/>
            <a:gdLst>
              <a:gd name="connsiteX0" fmla="*/ 272716 w 11806990"/>
              <a:gd name="connsiteY0" fmla="*/ 5251116 h 6817895"/>
              <a:gd name="connsiteX1" fmla="*/ 0 w 11806990"/>
              <a:gd name="connsiteY1" fmla="*/ 5251116 h 6817895"/>
              <a:gd name="connsiteX2" fmla="*/ 0 w 11806990"/>
              <a:gd name="connsiteY2" fmla="*/ 6817895 h 6817895"/>
              <a:gd name="connsiteX3" fmla="*/ 8630653 w 11806990"/>
              <a:gd name="connsiteY3" fmla="*/ 6817895 h 6817895"/>
              <a:gd name="connsiteX4" fmla="*/ 8630653 w 11806990"/>
              <a:gd name="connsiteY4" fmla="*/ 2112211 h 6817895"/>
              <a:gd name="connsiteX5" fmla="*/ 11806990 w 11806990"/>
              <a:gd name="connsiteY5" fmla="*/ 2112211 h 6817895"/>
              <a:gd name="connsiteX6" fmla="*/ 11806990 w 11806990"/>
              <a:gd name="connsiteY6" fmla="*/ 0 h 6817895"/>
              <a:gd name="connsiteX7" fmla="*/ 9406022 w 11806990"/>
              <a:gd name="connsiteY7" fmla="*/ 0 h 6817895"/>
              <a:gd name="connsiteX8" fmla="*/ 9406022 w 11806990"/>
              <a:gd name="connsiteY8" fmla="*/ 540084 h 6817895"/>
              <a:gd name="connsiteX9" fmla="*/ 2850148 w 11806990"/>
              <a:gd name="connsiteY9" fmla="*/ 540084 h 6817895"/>
              <a:gd name="connsiteX10" fmla="*/ 2850148 w 11806990"/>
              <a:gd name="connsiteY10" fmla="*/ 5240421 h 6817895"/>
              <a:gd name="connsiteX11" fmla="*/ 272716 w 11806990"/>
              <a:gd name="connsiteY11" fmla="*/ 5251116 h 681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806990" h="6817895">
                <a:moveTo>
                  <a:pt x="272716" y="5251116"/>
                </a:moveTo>
                <a:lnTo>
                  <a:pt x="0" y="5251116"/>
                </a:lnTo>
                <a:lnTo>
                  <a:pt x="0" y="6817895"/>
                </a:lnTo>
                <a:lnTo>
                  <a:pt x="8630653" y="6817895"/>
                </a:lnTo>
                <a:lnTo>
                  <a:pt x="8630653" y="2112211"/>
                </a:lnTo>
                <a:lnTo>
                  <a:pt x="11806990" y="2112211"/>
                </a:lnTo>
                <a:lnTo>
                  <a:pt x="11806990" y="0"/>
                </a:lnTo>
                <a:lnTo>
                  <a:pt x="9406022" y="0"/>
                </a:lnTo>
                <a:lnTo>
                  <a:pt x="9406022" y="540084"/>
                </a:lnTo>
                <a:lnTo>
                  <a:pt x="2850148" y="540084"/>
                </a:lnTo>
                <a:lnTo>
                  <a:pt x="2850148" y="5240421"/>
                </a:lnTo>
                <a:lnTo>
                  <a:pt x="272716" y="5251116"/>
                </a:lnTo>
                <a:close/>
              </a:path>
            </a:pathLst>
          </a:custGeom>
          <a:solidFill>
            <a:srgbClr val="00FFFF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Chemistry Labs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38"/>
          <p:cNvSpPr txBox="1"/>
          <p:nvPr/>
        </p:nvSpPr>
        <p:spPr>
          <a:xfrm>
            <a:off x="10937118" y="256041"/>
            <a:ext cx="1804291" cy="75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AB4 - SF</a:t>
            </a:r>
            <a:endParaRPr sz="3600" b="1" dirty="0"/>
          </a:p>
        </p:txBody>
      </p:sp>
      <p:sp>
        <p:nvSpPr>
          <p:cNvPr id="31" name="Shape 58">
            <a:hlinkClick r:id="rId2"/>
          </p:cNvPr>
          <p:cNvSpPr/>
          <p:nvPr/>
        </p:nvSpPr>
        <p:spPr>
          <a:xfrm>
            <a:off x="9074233" y="5549339"/>
            <a:ext cx="455910" cy="585723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Pantry</a:t>
            </a:r>
            <a:r>
              <a:rPr lang="en-US" sz="1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50" dirty="0"/>
          </a:p>
        </p:txBody>
      </p:sp>
      <p:sp>
        <p:nvSpPr>
          <p:cNvPr id="2" name="Shape 3">
            <a:hlinkClick r:id="rId3"/>
          </p:cNvPr>
          <p:cNvSpPr/>
          <p:nvPr/>
        </p:nvSpPr>
        <p:spPr>
          <a:xfrm>
            <a:off x="9093876" y="1949843"/>
            <a:ext cx="757535" cy="563798"/>
          </a:xfrm>
          <a:prstGeom prst="rect">
            <a:avLst/>
          </a:prstGeom>
          <a:solidFill>
            <a:srgbClr val="DDD9C4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lang="en-US" sz="1050" dirty="0"/>
          </a:p>
        </p:txBody>
      </p:sp>
      <p:sp>
        <p:nvSpPr>
          <p:cNvPr id="3" name="Shape 4">
            <a:hlinkClick r:id="rId4"/>
          </p:cNvPr>
          <p:cNvSpPr/>
          <p:nvPr/>
        </p:nvSpPr>
        <p:spPr>
          <a:xfrm>
            <a:off x="9093876" y="2527153"/>
            <a:ext cx="757535" cy="577491"/>
          </a:xfrm>
          <a:prstGeom prst="rect">
            <a:avLst/>
          </a:prstGeom>
          <a:solidFill>
            <a:srgbClr val="DDD9C4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en-US" sz="10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5" name="Shape 52"/>
          <p:cNvSpPr txBox="1"/>
          <p:nvPr/>
        </p:nvSpPr>
        <p:spPr>
          <a:xfrm>
            <a:off x="9144629" y="1970474"/>
            <a:ext cx="385514" cy="241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4-331</a:t>
            </a:r>
            <a:endParaRPr dirty="0"/>
          </a:p>
        </p:txBody>
      </p:sp>
      <p:sp>
        <p:nvSpPr>
          <p:cNvPr id="26" name="Shape 53"/>
          <p:cNvSpPr txBox="1"/>
          <p:nvPr/>
        </p:nvSpPr>
        <p:spPr>
          <a:xfrm>
            <a:off x="9117568" y="2556218"/>
            <a:ext cx="412576" cy="215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4-330</a:t>
            </a:r>
            <a:endParaRPr dirty="0"/>
          </a:p>
        </p:txBody>
      </p:sp>
      <p:sp>
        <p:nvSpPr>
          <p:cNvPr id="27" name="Shape 54">
            <a:hlinkClick r:id="rId5"/>
          </p:cNvPr>
          <p:cNvSpPr/>
          <p:nvPr/>
        </p:nvSpPr>
        <p:spPr>
          <a:xfrm>
            <a:off x="10042374" y="3396680"/>
            <a:ext cx="989719" cy="839823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Ambika Aiyaduri</a:t>
            </a:r>
            <a:endParaRPr sz="1400" dirty="0"/>
          </a:p>
        </p:txBody>
      </p:sp>
      <p:sp>
        <p:nvSpPr>
          <p:cNvPr id="28" name="Shape 55">
            <a:hlinkClick r:id="rId6"/>
          </p:cNvPr>
          <p:cNvSpPr/>
          <p:nvPr/>
        </p:nvSpPr>
        <p:spPr>
          <a:xfrm>
            <a:off x="9088826" y="4240690"/>
            <a:ext cx="1943267" cy="952002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Climate Lab</a:t>
            </a:r>
            <a:endParaRPr sz="1400"/>
          </a:p>
        </p:txBody>
      </p:sp>
      <p:sp>
        <p:nvSpPr>
          <p:cNvPr id="29" name="Shape 56">
            <a:hlinkClick r:id="rId7"/>
          </p:cNvPr>
          <p:cNvSpPr/>
          <p:nvPr/>
        </p:nvSpPr>
        <p:spPr>
          <a:xfrm>
            <a:off x="9087493" y="3363036"/>
            <a:ext cx="757535" cy="443299"/>
          </a:xfrm>
          <a:prstGeom prst="rect">
            <a:avLst/>
          </a:prstGeom>
          <a:solidFill>
            <a:srgbClr val="DDD9C4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400" dirty="0"/>
          </a:p>
        </p:txBody>
      </p:sp>
      <p:sp>
        <p:nvSpPr>
          <p:cNvPr id="30" name="Shape 57">
            <a:hlinkClick r:id="rId8"/>
          </p:cNvPr>
          <p:cNvSpPr/>
          <p:nvPr/>
        </p:nvSpPr>
        <p:spPr>
          <a:xfrm>
            <a:off x="9087493" y="3800341"/>
            <a:ext cx="757535" cy="436882"/>
          </a:xfrm>
          <a:prstGeom prst="rect">
            <a:avLst/>
          </a:prstGeom>
          <a:solidFill>
            <a:srgbClr val="DDD9C4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400" dirty="0"/>
          </a:p>
        </p:txBody>
      </p:sp>
      <p:sp>
        <p:nvSpPr>
          <p:cNvPr id="58" name="Shape 85"/>
          <p:cNvSpPr txBox="1"/>
          <p:nvPr/>
        </p:nvSpPr>
        <p:spPr>
          <a:xfrm>
            <a:off x="9147245" y="3400319"/>
            <a:ext cx="448101" cy="22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4-329</a:t>
            </a:r>
            <a:endParaRPr dirty="0"/>
          </a:p>
        </p:txBody>
      </p:sp>
      <p:sp>
        <p:nvSpPr>
          <p:cNvPr id="59" name="Shape 86"/>
          <p:cNvSpPr txBox="1"/>
          <p:nvPr/>
        </p:nvSpPr>
        <p:spPr>
          <a:xfrm>
            <a:off x="10079840" y="3396681"/>
            <a:ext cx="459991" cy="25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4-327</a:t>
            </a:r>
            <a:endParaRPr dirty="0"/>
          </a:p>
        </p:txBody>
      </p:sp>
      <p:sp>
        <p:nvSpPr>
          <p:cNvPr id="60" name="Shape 87"/>
          <p:cNvSpPr txBox="1"/>
          <p:nvPr/>
        </p:nvSpPr>
        <p:spPr>
          <a:xfrm>
            <a:off x="9147245" y="3824291"/>
            <a:ext cx="448101" cy="21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4-328</a:t>
            </a:r>
            <a:endParaRPr dirty="0"/>
          </a:p>
        </p:txBody>
      </p:sp>
      <p:sp>
        <p:nvSpPr>
          <p:cNvPr id="61" name="Shape 88"/>
          <p:cNvSpPr txBox="1"/>
          <p:nvPr/>
        </p:nvSpPr>
        <p:spPr>
          <a:xfrm>
            <a:off x="9144615" y="4292626"/>
            <a:ext cx="585723" cy="23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4-326</a:t>
            </a:r>
            <a:endParaRPr dirty="0"/>
          </a:p>
        </p:txBody>
      </p:sp>
      <p:sp>
        <p:nvSpPr>
          <p:cNvPr id="62" name="Shape 89"/>
          <p:cNvSpPr txBox="1"/>
          <p:nvPr/>
        </p:nvSpPr>
        <p:spPr>
          <a:xfrm>
            <a:off x="9093238" y="5558613"/>
            <a:ext cx="455911" cy="23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0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4-325</a:t>
            </a:r>
            <a:endParaRPr sz="1000" b="1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91" name="Shape 78">
            <a:hlinkClick r:id="rId9"/>
          </p:cNvPr>
          <p:cNvSpPr/>
          <p:nvPr/>
        </p:nvSpPr>
        <p:spPr>
          <a:xfrm>
            <a:off x="6730846" y="6841686"/>
            <a:ext cx="1684834" cy="778823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 </a:t>
            </a:r>
            <a:r>
              <a:rPr lang="en-US" sz="1200" b="0" i="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Worspace</a:t>
            </a:r>
            <a:endParaRPr sz="1400" dirty="0"/>
          </a:p>
        </p:txBody>
      </p:sp>
      <p:sp>
        <p:nvSpPr>
          <p:cNvPr id="43" name="Shape 70">
            <a:hlinkClick r:id="rId10"/>
          </p:cNvPr>
          <p:cNvSpPr/>
          <p:nvPr/>
        </p:nvSpPr>
        <p:spPr>
          <a:xfrm>
            <a:off x="921813" y="6855427"/>
            <a:ext cx="1428661" cy="724115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 Workspace</a:t>
            </a:r>
            <a:endParaRPr sz="1400" dirty="0"/>
          </a:p>
        </p:txBody>
      </p:sp>
      <p:sp>
        <p:nvSpPr>
          <p:cNvPr id="44" name="Shape 71">
            <a:hlinkClick r:id="rId11"/>
          </p:cNvPr>
          <p:cNvSpPr/>
          <p:nvPr/>
        </p:nvSpPr>
        <p:spPr>
          <a:xfrm>
            <a:off x="921813" y="7580469"/>
            <a:ext cx="801791" cy="909681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Harish</a:t>
            </a:r>
            <a:endParaRPr sz="1400" dirty="0"/>
          </a:p>
        </p:txBody>
      </p:sp>
      <p:sp>
        <p:nvSpPr>
          <p:cNvPr id="45" name="Shape 72">
            <a:hlinkClick r:id="rId12"/>
          </p:cNvPr>
          <p:cNvSpPr/>
          <p:nvPr/>
        </p:nvSpPr>
        <p:spPr>
          <a:xfrm>
            <a:off x="1728820" y="7580469"/>
            <a:ext cx="739458" cy="909681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IN" sz="1200" dirty="0">
                <a:solidFill>
                  <a:srgbClr val="000000"/>
                </a:solidFill>
                <a:latin typeface="Calibri"/>
                <a:cs typeface="Calibri"/>
              </a:rPr>
              <a:t>Vineet</a:t>
            </a:r>
            <a:endParaRPr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86" name="Shape 113"/>
          <p:cNvSpPr txBox="1"/>
          <p:nvPr/>
        </p:nvSpPr>
        <p:spPr>
          <a:xfrm>
            <a:off x="976597" y="6899714"/>
            <a:ext cx="538440" cy="20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4-314</a:t>
            </a:r>
            <a:endParaRPr dirty="0"/>
          </a:p>
        </p:txBody>
      </p:sp>
      <p:sp>
        <p:nvSpPr>
          <p:cNvPr id="87" name="Shape 114"/>
          <p:cNvSpPr txBox="1"/>
          <p:nvPr/>
        </p:nvSpPr>
        <p:spPr>
          <a:xfrm>
            <a:off x="1757872" y="7613707"/>
            <a:ext cx="538440" cy="20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4-313</a:t>
            </a:r>
            <a:endParaRPr dirty="0"/>
          </a:p>
        </p:txBody>
      </p:sp>
      <p:sp>
        <p:nvSpPr>
          <p:cNvPr id="88" name="Shape 115"/>
          <p:cNvSpPr txBox="1"/>
          <p:nvPr/>
        </p:nvSpPr>
        <p:spPr>
          <a:xfrm>
            <a:off x="976597" y="7602847"/>
            <a:ext cx="635251" cy="21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4-314A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46" name="Shape 73">
            <a:hlinkClick r:id="rId13"/>
          </p:cNvPr>
          <p:cNvSpPr/>
          <p:nvPr/>
        </p:nvSpPr>
        <p:spPr>
          <a:xfrm>
            <a:off x="2975130" y="7618565"/>
            <a:ext cx="820390" cy="884412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IN" sz="1200" dirty="0"/>
              <a:t>Dileep</a:t>
            </a:r>
            <a:endParaRPr sz="1200" dirty="0"/>
          </a:p>
        </p:txBody>
      </p:sp>
      <p:sp>
        <p:nvSpPr>
          <p:cNvPr id="47" name="Shape 74">
            <a:hlinkClick r:id="rId14"/>
          </p:cNvPr>
          <p:cNvSpPr/>
          <p:nvPr/>
        </p:nvSpPr>
        <p:spPr>
          <a:xfrm>
            <a:off x="2949730" y="6833423"/>
            <a:ext cx="1650077" cy="785141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MSE space</a:t>
            </a:r>
            <a:endParaRPr sz="1400"/>
          </a:p>
        </p:txBody>
      </p:sp>
      <p:sp>
        <p:nvSpPr>
          <p:cNvPr id="49" name="Shape 76">
            <a:hlinkClick r:id="rId15"/>
          </p:cNvPr>
          <p:cNvSpPr/>
          <p:nvPr/>
        </p:nvSpPr>
        <p:spPr>
          <a:xfrm>
            <a:off x="3797179" y="7618564"/>
            <a:ext cx="959415" cy="884943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IN" sz="1400" dirty="0"/>
              <a:t>Ravi</a:t>
            </a:r>
            <a:endParaRPr sz="1400" dirty="0"/>
          </a:p>
        </p:txBody>
      </p:sp>
      <p:sp>
        <p:nvSpPr>
          <p:cNvPr id="56" name="Shape 83">
            <a:hlinkClick r:id="rId16"/>
          </p:cNvPr>
          <p:cNvSpPr/>
          <p:nvPr/>
        </p:nvSpPr>
        <p:spPr>
          <a:xfrm>
            <a:off x="7545426" y="7631265"/>
            <a:ext cx="941056" cy="871778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Harpreet</a:t>
            </a:r>
            <a:endParaRPr sz="1400" dirty="0"/>
          </a:p>
        </p:txBody>
      </p:sp>
      <p:sp>
        <p:nvSpPr>
          <p:cNvPr id="57" name="Shape 84">
            <a:hlinkClick r:id="rId17"/>
          </p:cNvPr>
          <p:cNvSpPr/>
          <p:nvPr/>
        </p:nvSpPr>
        <p:spPr>
          <a:xfrm>
            <a:off x="6648271" y="7631265"/>
            <a:ext cx="896325" cy="871778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20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Vinod Narayan</a:t>
            </a:r>
            <a:endParaRPr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74" name="Shape 101"/>
          <p:cNvSpPr txBox="1"/>
          <p:nvPr/>
        </p:nvSpPr>
        <p:spPr>
          <a:xfrm>
            <a:off x="7984840" y="6868101"/>
            <a:ext cx="448701" cy="208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4-302</a:t>
            </a:r>
            <a:endParaRPr dirty="0"/>
          </a:p>
        </p:txBody>
      </p:sp>
      <p:sp>
        <p:nvSpPr>
          <p:cNvPr id="75" name="Shape 102"/>
          <p:cNvSpPr txBox="1"/>
          <p:nvPr/>
        </p:nvSpPr>
        <p:spPr>
          <a:xfrm>
            <a:off x="6778901" y="6858985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4-303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78" name="Shape 105"/>
          <p:cNvSpPr txBox="1"/>
          <p:nvPr/>
        </p:nvSpPr>
        <p:spPr>
          <a:xfrm>
            <a:off x="4146962" y="6902601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4-310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79" name="Shape 106"/>
          <p:cNvSpPr txBox="1"/>
          <p:nvPr/>
        </p:nvSpPr>
        <p:spPr>
          <a:xfrm>
            <a:off x="3000523" y="6877750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4-311</a:t>
            </a:r>
            <a:endParaRPr dirty="0"/>
          </a:p>
        </p:txBody>
      </p:sp>
      <p:sp>
        <p:nvSpPr>
          <p:cNvPr id="80" name="Shape 107"/>
          <p:cNvSpPr txBox="1"/>
          <p:nvPr/>
        </p:nvSpPr>
        <p:spPr>
          <a:xfrm>
            <a:off x="7588084" y="7686016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4-301</a:t>
            </a:r>
            <a:endParaRPr dirty="0"/>
          </a:p>
        </p:txBody>
      </p:sp>
      <p:sp>
        <p:nvSpPr>
          <p:cNvPr id="81" name="Shape 108"/>
          <p:cNvSpPr txBox="1"/>
          <p:nvPr/>
        </p:nvSpPr>
        <p:spPr>
          <a:xfrm>
            <a:off x="6730846" y="7686015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4-304</a:t>
            </a:r>
            <a:endParaRPr dirty="0"/>
          </a:p>
        </p:txBody>
      </p:sp>
      <p:sp>
        <p:nvSpPr>
          <p:cNvPr id="50" name="Shape 77">
            <a:hlinkClick r:id="rId18"/>
          </p:cNvPr>
          <p:cNvSpPr/>
          <p:nvPr/>
        </p:nvSpPr>
        <p:spPr>
          <a:xfrm>
            <a:off x="4751074" y="7622860"/>
            <a:ext cx="999116" cy="884412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200" dirty="0">
                <a:solidFill>
                  <a:srgbClr val="000000"/>
                </a:solidFill>
                <a:latin typeface="Calibri"/>
                <a:cs typeface="Calibri"/>
              </a:rPr>
              <a:t>Atul</a:t>
            </a:r>
          </a:p>
        </p:txBody>
      </p:sp>
      <p:sp>
        <p:nvSpPr>
          <p:cNvPr id="51" name="Shape 78">
            <a:hlinkClick r:id="rId9"/>
          </p:cNvPr>
          <p:cNvSpPr/>
          <p:nvPr/>
        </p:nvSpPr>
        <p:spPr>
          <a:xfrm>
            <a:off x="4859967" y="6835210"/>
            <a:ext cx="1684834" cy="778823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 Workspace</a:t>
            </a:r>
            <a:endParaRPr sz="1400" dirty="0"/>
          </a:p>
        </p:txBody>
      </p:sp>
      <p:sp>
        <p:nvSpPr>
          <p:cNvPr id="53" name="Shape 80">
            <a:hlinkClick r:id="rId19"/>
          </p:cNvPr>
          <p:cNvSpPr/>
          <p:nvPr/>
        </p:nvSpPr>
        <p:spPr>
          <a:xfrm>
            <a:off x="5750188" y="7622860"/>
            <a:ext cx="903507" cy="884412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200">
                <a:solidFill>
                  <a:srgbClr val="000000"/>
                </a:solidFill>
                <a:latin typeface="Calibri"/>
                <a:cs typeface="Calibri"/>
              </a:rPr>
              <a:t>Harini</a:t>
            </a:r>
            <a:endParaRPr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76" name="Shape 103"/>
          <p:cNvSpPr txBox="1"/>
          <p:nvPr/>
        </p:nvSpPr>
        <p:spPr>
          <a:xfrm>
            <a:off x="6088922" y="6865067"/>
            <a:ext cx="431191" cy="196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4-306</a:t>
            </a:r>
            <a:endParaRPr dirty="0"/>
          </a:p>
        </p:txBody>
      </p:sp>
      <p:sp>
        <p:nvSpPr>
          <p:cNvPr id="77" name="Shape 104"/>
          <p:cNvSpPr txBox="1"/>
          <p:nvPr/>
        </p:nvSpPr>
        <p:spPr>
          <a:xfrm>
            <a:off x="4905816" y="6874719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4-307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82" name="Shape 109"/>
          <p:cNvSpPr txBox="1"/>
          <p:nvPr/>
        </p:nvSpPr>
        <p:spPr>
          <a:xfrm>
            <a:off x="5831344" y="7686014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4-305</a:t>
            </a:r>
            <a:endParaRPr dirty="0"/>
          </a:p>
        </p:txBody>
      </p:sp>
      <p:sp>
        <p:nvSpPr>
          <p:cNvPr id="83" name="Shape 110"/>
          <p:cNvSpPr txBox="1"/>
          <p:nvPr/>
        </p:nvSpPr>
        <p:spPr>
          <a:xfrm>
            <a:off x="4806272" y="7673313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4-308</a:t>
            </a:r>
            <a:endParaRPr dirty="0"/>
          </a:p>
        </p:txBody>
      </p:sp>
      <p:sp>
        <p:nvSpPr>
          <p:cNvPr id="84" name="Shape 111"/>
          <p:cNvSpPr txBox="1"/>
          <p:nvPr/>
        </p:nvSpPr>
        <p:spPr>
          <a:xfrm>
            <a:off x="3847569" y="7673318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4-309</a:t>
            </a:r>
            <a:endParaRPr dirty="0"/>
          </a:p>
        </p:txBody>
      </p:sp>
      <p:sp>
        <p:nvSpPr>
          <p:cNvPr id="85" name="Shape 112"/>
          <p:cNvSpPr txBox="1"/>
          <p:nvPr/>
        </p:nvSpPr>
        <p:spPr>
          <a:xfrm>
            <a:off x="2993098" y="7673317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4-312</a:t>
            </a:r>
            <a:endParaRPr dirty="0"/>
          </a:p>
        </p:txBody>
      </p:sp>
      <p:sp>
        <p:nvSpPr>
          <p:cNvPr id="41" name="Rectangle 40"/>
          <p:cNvSpPr/>
          <p:nvPr/>
        </p:nvSpPr>
        <p:spPr>
          <a:xfrm>
            <a:off x="921813" y="6815166"/>
            <a:ext cx="7579253" cy="1696401"/>
          </a:xfrm>
          <a:prstGeom prst="rect">
            <a:avLst/>
          </a:prstGeom>
          <a:solidFill>
            <a:srgbClr val="FF00FF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>
                <a:solidFill>
                  <a:schemeClr val="tx1"/>
                </a:solidFill>
              </a:rPr>
              <a:t>ME (12F, 65S)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97" name="Shape 78">
            <a:hlinkClick r:id="rId9"/>
          </p:cNvPr>
          <p:cNvSpPr/>
          <p:nvPr/>
        </p:nvSpPr>
        <p:spPr>
          <a:xfrm>
            <a:off x="3056546" y="5508912"/>
            <a:ext cx="1539384" cy="888872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en-US" sz="1400" dirty="0"/>
          </a:p>
        </p:txBody>
      </p:sp>
      <p:sp>
        <p:nvSpPr>
          <p:cNvPr id="96" name="Shape 78">
            <a:hlinkClick r:id="rId9"/>
          </p:cNvPr>
          <p:cNvSpPr/>
          <p:nvPr/>
        </p:nvSpPr>
        <p:spPr>
          <a:xfrm>
            <a:off x="4969631" y="5513063"/>
            <a:ext cx="1550482" cy="888872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Chem Workspace</a:t>
            </a:r>
            <a:endParaRPr lang="en-US" sz="1400" dirty="0"/>
          </a:p>
        </p:txBody>
      </p:sp>
      <p:sp>
        <p:nvSpPr>
          <p:cNvPr id="92" name="Shape 78">
            <a:hlinkClick r:id="rId9"/>
          </p:cNvPr>
          <p:cNvSpPr/>
          <p:nvPr/>
        </p:nvSpPr>
        <p:spPr>
          <a:xfrm>
            <a:off x="6899326" y="5512059"/>
            <a:ext cx="1497425" cy="888872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Chem Workspace</a:t>
            </a:r>
            <a:endParaRPr sz="1400" dirty="0"/>
          </a:p>
        </p:txBody>
      </p:sp>
      <p:sp>
        <p:nvSpPr>
          <p:cNvPr id="95" name="Shape 77">
            <a:hlinkClick r:id="rId18"/>
          </p:cNvPr>
          <p:cNvSpPr/>
          <p:nvPr/>
        </p:nvSpPr>
        <p:spPr>
          <a:xfrm>
            <a:off x="5743849" y="4458070"/>
            <a:ext cx="919444" cy="1052685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200" dirty="0" err="1">
                <a:solidFill>
                  <a:srgbClr val="000000"/>
                </a:solidFill>
                <a:latin typeface="Calibri"/>
                <a:cs typeface="Calibri"/>
              </a:rPr>
              <a:t>Udipta</a:t>
            </a:r>
            <a:r>
              <a:rPr lang="en-US" sz="1200" dirty="0">
                <a:solidFill>
                  <a:srgbClr val="000000"/>
                </a:solidFill>
                <a:latin typeface="Calibri"/>
                <a:cs typeface="Calibri"/>
              </a:rPr>
              <a:t> Ghosh</a:t>
            </a:r>
          </a:p>
        </p:txBody>
      </p:sp>
      <p:sp>
        <p:nvSpPr>
          <p:cNvPr id="93" name="Shape 77">
            <a:hlinkClick r:id="rId18"/>
          </p:cNvPr>
          <p:cNvSpPr/>
          <p:nvPr/>
        </p:nvSpPr>
        <p:spPr>
          <a:xfrm>
            <a:off x="7584157" y="4459669"/>
            <a:ext cx="919444" cy="1051961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400"/>
              <a:t>Chem</a:t>
            </a:r>
            <a:endParaRPr sz="1400" dirty="0"/>
          </a:p>
        </p:txBody>
      </p:sp>
      <p:sp>
        <p:nvSpPr>
          <p:cNvPr id="94" name="Shape 77">
            <a:hlinkClick r:id="rId18"/>
          </p:cNvPr>
          <p:cNvSpPr/>
          <p:nvPr/>
        </p:nvSpPr>
        <p:spPr>
          <a:xfrm>
            <a:off x="6653303" y="4458070"/>
            <a:ext cx="933745" cy="1050842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IN" sz="1200" dirty="0" err="1"/>
              <a:t>Saumyadip</a:t>
            </a:r>
            <a:r>
              <a:rPr lang="en-IN" sz="1200" dirty="0"/>
              <a:t> Sett</a:t>
            </a:r>
            <a:endParaRPr sz="1200" dirty="0"/>
          </a:p>
        </p:txBody>
      </p:sp>
      <p:sp>
        <p:nvSpPr>
          <p:cNvPr id="32" name="Shape 59">
            <a:hlinkClick r:id="rId20"/>
          </p:cNvPr>
          <p:cNvSpPr/>
          <p:nvPr/>
        </p:nvSpPr>
        <p:spPr>
          <a:xfrm>
            <a:off x="3056546" y="4460833"/>
            <a:ext cx="840865" cy="1048659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ELV room</a:t>
            </a:r>
            <a:endParaRPr sz="1400" dirty="0"/>
          </a:p>
        </p:txBody>
      </p:sp>
      <p:sp>
        <p:nvSpPr>
          <p:cNvPr id="33" name="Shape 60">
            <a:hlinkClick r:id="rId21"/>
          </p:cNvPr>
          <p:cNvSpPr/>
          <p:nvPr/>
        </p:nvSpPr>
        <p:spPr>
          <a:xfrm>
            <a:off x="3893816" y="4460833"/>
            <a:ext cx="882849" cy="1048659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IN" sz="1200"/>
              <a:t>Madhu</a:t>
            </a:r>
            <a:endParaRPr sz="1200" dirty="0"/>
          </a:p>
        </p:txBody>
      </p:sp>
      <p:sp>
        <p:nvSpPr>
          <p:cNvPr id="34" name="Shape 61">
            <a:hlinkClick r:id="rId22"/>
          </p:cNvPr>
          <p:cNvSpPr/>
          <p:nvPr/>
        </p:nvSpPr>
        <p:spPr>
          <a:xfrm>
            <a:off x="4776666" y="4461616"/>
            <a:ext cx="968206" cy="1047296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IN" sz="1400" dirty="0"/>
              <a:t>Jayaprakash</a:t>
            </a:r>
            <a:endParaRPr sz="1400" dirty="0"/>
          </a:p>
        </p:txBody>
      </p:sp>
      <p:sp>
        <p:nvSpPr>
          <p:cNvPr id="63" name="Shape 90"/>
          <p:cNvSpPr txBox="1"/>
          <p:nvPr/>
        </p:nvSpPr>
        <p:spPr>
          <a:xfrm>
            <a:off x="7644591" y="4497378"/>
            <a:ext cx="455905" cy="219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4-324</a:t>
            </a:r>
            <a:endParaRPr dirty="0"/>
          </a:p>
        </p:txBody>
      </p:sp>
      <p:sp>
        <p:nvSpPr>
          <p:cNvPr id="64" name="Shape 91"/>
          <p:cNvSpPr txBox="1"/>
          <p:nvPr/>
        </p:nvSpPr>
        <p:spPr>
          <a:xfrm>
            <a:off x="6692286" y="4476903"/>
            <a:ext cx="487346" cy="220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4-321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65" name="Shape 92"/>
          <p:cNvSpPr txBox="1"/>
          <p:nvPr/>
        </p:nvSpPr>
        <p:spPr>
          <a:xfrm>
            <a:off x="5806982" y="4483824"/>
            <a:ext cx="503906" cy="23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4-320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66" name="Shape 93"/>
          <p:cNvSpPr txBox="1"/>
          <p:nvPr/>
        </p:nvSpPr>
        <p:spPr>
          <a:xfrm>
            <a:off x="4822985" y="4473934"/>
            <a:ext cx="517362" cy="194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4-317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67" name="Shape 94"/>
          <p:cNvSpPr txBox="1"/>
          <p:nvPr/>
        </p:nvSpPr>
        <p:spPr>
          <a:xfrm>
            <a:off x="3945934" y="4473934"/>
            <a:ext cx="518286" cy="193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4-316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68" name="Shape 95"/>
          <p:cNvSpPr txBox="1"/>
          <p:nvPr/>
        </p:nvSpPr>
        <p:spPr>
          <a:xfrm>
            <a:off x="3110084" y="4484275"/>
            <a:ext cx="636539" cy="285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4-315A</a:t>
            </a:r>
            <a:endParaRPr dirty="0"/>
          </a:p>
        </p:txBody>
      </p:sp>
      <p:sp>
        <p:nvSpPr>
          <p:cNvPr id="69" name="Shape 96"/>
          <p:cNvSpPr txBox="1"/>
          <p:nvPr/>
        </p:nvSpPr>
        <p:spPr>
          <a:xfrm>
            <a:off x="7959094" y="5549339"/>
            <a:ext cx="539017" cy="230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>
                <a:sym typeface="Calibri"/>
              </a:rPr>
              <a:t>4-323</a:t>
            </a:r>
            <a:endParaRPr dirty="0"/>
          </a:p>
        </p:txBody>
      </p:sp>
      <p:sp>
        <p:nvSpPr>
          <p:cNvPr id="70" name="Shape 97"/>
          <p:cNvSpPr txBox="1"/>
          <p:nvPr/>
        </p:nvSpPr>
        <p:spPr>
          <a:xfrm>
            <a:off x="6899143" y="5520834"/>
            <a:ext cx="604114" cy="285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4-322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71" name="Shape 98"/>
          <p:cNvSpPr txBox="1"/>
          <p:nvPr/>
        </p:nvSpPr>
        <p:spPr>
          <a:xfrm>
            <a:off x="6076756" y="5554346"/>
            <a:ext cx="468045" cy="240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4-319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72" name="Shape 99"/>
          <p:cNvSpPr txBox="1"/>
          <p:nvPr/>
        </p:nvSpPr>
        <p:spPr>
          <a:xfrm>
            <a:off x="5012712" y="5554345"/>
            <a:ext cx="468045" cy="240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4-318</a:t>
            </a:r>
            <a:endParaRPr dirty="0"/>
          </a:p>
        </p:txBody>
      </p:sp>
      <p:sp>
        <p:nvSpPr>
          <p:cNvPr id="73" name="Shape 100"/>
          <p:cNvSpPr txBox="1"/>
          <p:nvPr/>
        </p:nvSpPr>
        <p:spPr>
          <a:xfrm>
            <a:off x="3031875" y="5509492"/>
            <a:ext cx="625152" cy="285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4-315</a:t>
            </a:r>
            <a:endParaRPr sz="1200" dirty="0"/>
          </a:p>
        </p:txBody>
      </p:sp>
      <p:grpSp>
        <p:nvGrpSpPr>
          <p:cNvPr id="35" name="Group 34"/>
          <p:cNvGrpSpPr/>
          <p:nvPr/>
        </p:nvGrpSpPr>
        <p:grpSpPr>
          <a:xfrm>
            <a:off x="3089908" y="1931724"/>
            <a:ext cx="5379862" cy="1663912"/>
            <a:chOff x="2444277" y="837599"/>
            <a:chExt cx="6561530" cy="2029385"/>
          </a:xfrm>
        </p:grpSpPr>
        <p:sp>
          <p:nvSpPr>
            <p:cNvPr id="4" name="Shape 5">
              <a:hlinkClick r:id="rId23"/>
            </p:cNvPr>
            <p:cNvSpPr/>
            <p:nvPr/>
          </p:nvSpPr>
          <p:spPr>
            <a:xfrm>
              <a:off x="8014713" y="852496"/>
              <a:ext cx="991094" cy="744697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sz="1400" dirty="0"/>
            </a:p>
          </p:txBody>
        </p:sp>
        <p:sp>
          <p:nvSpPr>
            <p:cNvPr id="5" name="Shape 6">
              <a:hlinkClick r:id="rId24"/>
            </p:cNvPr>
            <p:cNvSpPr/>
            <p:nvPr/>
          </p:nvSpPr>
          <p:spPr>
            <a:xfrm>
              <a:off x="8023105" y="1597339"/>
              <a:ext cx="982701" cy="1265765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sz="1400" dirty="0"/>
            </a:p>
          </p:txBody>
        </p:sp>
        <p:sp>
          <p:nvSpPr>
            <p:cNvPr id="6" name="Shape 7">
              <a:hlinkClick r:id="rId25"/>
            </p:cNvPr>
            <p:cNvSpPr/>
            <p:nvPr/>
          </p:nvSpPr>
          <p:spPr>
            <a:xfrm>
              <a:off x="6836070" y="1591080"/>
              <a:ext cx="1190625" cy="1272024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Arka</a:t>
              </a:r>
              <a:r>
                <a:rPr lang="en-US" sz="12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Chattopadhyay</a:t>
              </a:r>
              <a:endParaRPr sz="1400" dirty="0"/>
            </a:p>
          </p:txBody>
        </p:sp>
        <p:sp>
          <p:nvSpPr>
            <p:cNvPr id="7" name="Shape 8">
              <a:hlinkClick r:id="rId26"/>
            </p:cNvPr>
            <p:cNvSpPr/>
            <p:nvPr/>
          </p:nvSpPr>
          <p:spPr>
            <a:xfrm>
              <a:off x="5653921" y="852732"/>
              <a:ext cx="2369183" cy="741814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 space</a:t>
              </a:r>
              <a:endParaRPr sz="1400" dirty="0"/>
            </a:p>
          </p:txBody>
        </p:sp>
        <p:sp>
          <p:nvSpPr>
            <p:cNvPr id="8" name="Shape 9">
              <a:hlinkClick r:id="rId27"/>
            </p:cNvPr>
            <p:cNvSpPr/>
            <p:nvPr/>
          </p:nvSpPr>
          <p:spPr>
            <a:xfrm>
              <a:off x="5655203" y="1600847"/>
              <a:ext cx="1181100" cy="1266137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Nishaant Choksi</a:t>
              </a:r>
              <a:endParaRPr sz="1400" dirty="0"/>
            </a:p>
          </p:txBody>
        </p:sp>
        <p:sp>
          <p:nvSpPr>
            <p:cNvPr id="9" name="Shape 10">
              <a:hlinkClick r:id="rId28"/>
            </p:cNvPr>
            <p:cNvSpPr/>
            <p:nvPr/>
          </p:nvSpPr>
          <p:spPr>
            <a:xfrm>
              <a:off x="3420588" y="855530"/>
              <a:ext cx="2231707" cy="744697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 space</a:t>
              </a:r>
              <a:endParaRPr sz="1400" dirty="0"/>
            </a:p>
          </p:txBody>
        </p:sp>
        <p:sp>
          <p:nvSpPr>
            <p:cNvPr id="10" name="Shape 11">
              <a:hlinkClick r:id="rId29"/>
            </p:cNvPr>
            <p:cNvSpPr/>
            <p:nvPr/>
          </p:nvSpPr>
          <p:spPr>
            <a:xfrm>
              <a:off x="4550154" y="1597339"/>
              <a:ext cx="1103104" cy="1269645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Angus McBlane</a:t>
              </a:r>
              <a:endParaRPr sz="1400" dirty="0"/>
            </a:p>
          </p:txBody>
        </p:sp>
        <p:sp>
          <p:nvSpPr>
            <p:cNvPr id="11" name="Shape 12">
              <a:hlinkClick r:id="rId30"/>
            </p:cNvPr>
            <p:cNvSpPr/>
            <p:nvPr/>
          </p:nvSpPr>
          <p:spPr>
            <a:xfrm>
              <a:off x="3422856" y="1600228"/>
              <a:ext cx="1134754" cy="1266244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Arnapurna Rath</a:t>
              </a:r>
              <a:endParaRPr sz="1400" dirty="0"/>
            </a:p>
          </p:txBody>
        </p:sp>
        <p:sp>
          <p:nvSpPr>
            <p:cNvPr id="12" name="Shape 13">
              <a:hlinkClick r:id="rId31"/>
            </p:cNvPr>
            <p:cNvSpPr/>
            <p:nvPr/>
          </p:nvSpPr>
          <p:spPr>
            <a:xfrm>
              <a:off x="2483362" y="1600228"/>
              <a:ext cx="942975" cy="1262876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sz="1400" dirty="0"/>
            </a:p>
          </p:txBody>
        </p:sp>
        <p:sp>
          <p:nvSpPr>
            <p:cNvPr id="14" name="Shape 40">
              <a:hlinkClick r:id="rId32"/>
            </p:cNvPr>
            <p:cNvSpPr/>
            <p:nvPr/>
          </p:nvSpPr>
          <p:spPr>
            <a:xfrm>
              <a:off x="2483362" y="855530"/>
              <a:ext cx="942975" cy="742298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sz="1400" dirty="0"/>
            </a:p>
          </p:txBody>
        </p:sp>
        <p:sp>
          <p:nvSpPr>
            <p:cNvPr id="15" name="Shape 42"/>
            <p:cNvSpPr txBox="1"/>
            <p:nvPr/>
          </p:nvSpPr>
          <p:spPr>
            <a:xfrm>
              <a:off x="2444277" y="837599"/>
              <a:ext cx="723900" cy="2969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4-335</a:t>
              </a:r>
              <a:endParaRPr sz="1050" dirty="0"/>
            </a:p>
          </p:txBody>
        </p:sp>
        <p:sp>
          <p:nvSpPr>
            <p:cNvPr id="16" name="Shape 43"/>
            <p:cNvSpPr txBox="1"/>
            <p:nvPr/>
          </p:nvSpPr>
          <p:spPr>
            <a:xfrm>
              <a:off x="2532854" y="1633617"/>
              <a:ext cx="529495" cy="2736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4-335A</a:t>
              </a:r>
              <a:endParaRPr sz="1200" dirty="0"/>
            </a:p>
          </p:txBody>
        </p:sp>
        <p:sp>
          <p:nvSpPr>
            <p:cNvPr id="17" name="Shape 44"/>
            <p:cNvSpPr txBox="1"/>
            <p:nvPr/>
          </p:nvSpPr>
          <p:spPr>
            <a:xfrm>
              <a:off x="3452608" y="872141"/>
              <a:ext cx="597379" cy="240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4-334</a:t>
              </a:r>
              <a:endParaRPr sz="1050" dirty="0"/>
            </a:p>
          </p:txBody>
        </p:sp>
        <p:sp>
          <p:nvSpPr>
            <p:cNvPr id="18" name="Shape 45"/>
            <p:cNvSpPr txBox="1"/>
            <p:nvPr/>
          </p:nvSpPr>
          <p:spPr>
            <a:xfrm>
              <a:off x="4598844" y="1618158"/>
              <a:ext cx="733425" cy="2969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4-334A</a:t>
              </a:r>
              <a:endParaRPr dirty="0"/>
            </a:p>
          </p:txBody>
        </p:sp>
        <p:sp>
          <p:nvSpPr>
            <p:cNvPr id="19" name="Shape 46"/>
            <p:cNvSpPr txBox="1"/>
            <p:nvPr/>
          </p:nvSpPr>
          <p:spPr>
            <a:xfrm>
              <a:off x="3465421" y="1626851"/>
              <a:ext cx="717779" cy="2969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4-334B</a:t>
              </a:r>
              <a:endParaRPr sz="1000" dirty="0"/>
            </a:p>
          </p:txBody>
        </p:sp>
        <p:sp>
          <p:nvSpPr>
            <p:cNvPr id="20" name="Shape 47"/>
            <p:cNvSpPr txBox="1"/>
            <p:nvPr/>
          </p:nvSpPr>
          <p:spPr>
            <a:xfrm>
              <a:off x="5698179" y="893458"/>
              <a:ext cx="685800" cy="300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4-333</a:t>
              </a:r>
              <a:endParaRPr sz="1000" b="1" dirty="0">
                <a:solidFill>
                  <a:schemeClr val="dk1"/>
                </a:solidFill>
                <a:latin typeface="Calibri"/>
                <a:cs typeface="Calibri"/>
              </a:endParaRPr>
            </a:p>
          </p:txBody>
        </p:sp>
        <p:sp>
          <p:nvSpPr>
            <p:cNvPr id="21" name="Shape 48"/>
            <p:cNvSpPr txBox="1"/>
            <p:nvPr/>
          </p:nvSpPr>
          <p:spPr>
            <a:xfrm>
              <a:off x="6889445" y="1618815"/>
              <a:ext cx="589809" cy="2538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4-333A</a:t>
              </a:r>
              <a:endParaRPr dirty="0"/>
            </a:p>
          </p:txBody>
        </p:sp>
        <p:sp>
          <p:nvSpPr>
            <p:cNvPr id="22" name="Shape 49"/>
            <p:cNvSpPr txBox="1"/>
            <p:nvPr/>
          </p:nvSpPr>
          <p:spPr>
            <a:xfrm>
              <a:off x="5688882" y="1638812"/>
              <a:ext cx="790575" cy="300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4-333B</a:t>
              </a:r>
              <a:endParaRPr dirty="0"/>
            </a:p>
          </p:txBody>
        </p:sp>
        <p:sp>
          <p:nvSpPr>
            <p:cNvPr id="23" name="Shape 50"/>
            <p:cNvSpPr txBox="1"/>
            <p:nvPr/>
          </p:nvSpPr>
          <p:spPr>
            <a:xfrm>
              <a:off x="8066701" y="880016"/>
              <a:ext cx="695325" cy="300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4-332</a:t>
              </a:r>
              <a:endParaRPr sz="1000" dirty="0"/>
            </a:p>
          </p:txBody>
        </p:sp>
        <p:sp>
          <p:nvSpPr>
            <p:cNvPr id="24" name="Shape 51"/>
            <p:cNvSpPr txBox="1"/>
            <p:nvPr/>
          </p:nvSpPr>
          <p:spPr>
            <a:xfrm>
              <a:off x="8099871" y="1594281"/>
              <a:ext cx="566186" cy="2783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4-332A</a:t>
              </a:r>
              <a:endParaRPr dirty="0"/>
            </a:p>
          </p:txBody>
        </p:sp>
      </p:grpSp>
      <p:sp>
        <p:nvSpPr>
          <p:cNvPr id="89" name="Rectangle 88"/>
          <p:cNvSpPr/>
          <p:nvPr/>
        </p:nvSpPr>
        <p:spPr>
          <a:xfrm>
            <a:off x="7656386" y="1931724"/>
            <a:ext cx="813384" cy="1660731"/>
          </a:xfrm>
          <a:prstGeom prst="rect">
            <a:avLst/>
          </a:prstGeom>
          <a:solidFill>
            <a:srgbClr val="00FFFF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Chem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3101975" y="1937120"/>
            <a:ext cx="798504" cy="1673811"/>
          </a:xfrm>
          <a:prstGeom prst="rect">
            <a:avLst/>
          </a:prstGeom>
          <a:solidFill>
            <a:srgbClr val="00FFFF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Chem</a:t>
            </a:r>
            <a:endParaRPr lang="en-IN" sz="2000" dirty="0"/>
          </a:p>
        </p:txBody>
      </p:sp>
      <p:sp>
        <p:nvSpPr>
          <p:cNvPr id="39" name="Freeform: Shape 38"/>
          <p:cNvSpPr/>
          <p:nvPr/>
        </p:nvSpPr>
        <p:spPr>
          <a:xfrm>
            <a:off x="4965486" y="4463703"/>
            <a:ext cx="3547168" cy="1960741"/>
          </a:xfrm>
          <a:custGeom>
            <a:avLst/>
            <a:gdLst>
              <a:gd name="connsiteX0" fmla="*/ 0 w 4292600"/>
              <a:gd name="connsiteY0" fmla="*/ 1289050 h 2362200"/>
              <a:gd name="connsiteX1" fmla="*/ 0 w 4292600"/>
              <a:gd name="connsiteY1" fmla="*/ 2362200 h 2362200"/>
              <a:gd name="connsiteX2" fmla="*/ 4184650 w 4292600"/>
              <a:gd name="connsiteY2" fmla="*/ 2362200 h 2362200"/>
              <a:gd name="connsiteX3" fmla="*/ 4184650 w 4292600"/>
              <a:gd name="connsiteY3" fmla="*/ 1276350 h 2362200"/>
              <a:gd name="connsiteX4" fmla="*/ 4292600 w 4292600"/>
              <a:gd name="connsiteY4" fmla="*/ 1276350 h 2362200"/>
              <a:gd name="connsiteX5" fmla="*/ 4292600 w 4292600"/>
              <a:gd name="connsiteY5" fmla="*/ 0 h 2362200"/>
              <a:gd name="connsiteX6" fmla="*/ 3181350 w 4292600"/>
              <a:gd name="connsiteY6" fmla="*/ 0 h 2362200"/>
              <a:gd name="connsiteX7" fmla="*/ 3181350 w 4292600"/>
              <a:gd name="connsiteY7" fmla="*/ 1276350 h 2362200"/>
              <a:gd name="connsiteX8" fmla="*/ 0 w 4292600"/>
              <a:gd name="connsiteY8" fmla="*/ 1289050 h 236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2600" h="2362200">
                <a:moveTo>
                  <a:pt x="0" y="1289050"/>
                </a:moveTo>
                <a:lnTo>
                  <a:pt x="0" y="2362200"/>
                </a:lnTo>
                <a:lnTo>
                  <a:pt x="4184650" y="2362200"/>
                </a:lnTo>
                <a:lnTo>
                  <a:pt x="4184650" y="1276350"/>
                </a:lnTo>
                <a:lnTo>
                  <a:pt x="4292600" y="1276350"/>
                </a:lnTo>
                <a:lnTo>
                  <a:pt x="4292600" y="0"/>
                </a:lnTo>
                <a:lnTo>
                  <a:pt x="3181350" y="0"/>
                </a:lnTo>
                <a:lnTo>
                  <a:pt x="3181350" y="1276350"/>
                </a:lnTo>
                <a:lnTo>
                  <a:pt x="0" y="1289050"/>
                </a:lnTo>
                <a:close/>
              </a:path>
            </a:pathLst>
          </a:custGeom>
          <a:solidFill>
            <a:srgbClr val="00FFFF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Chem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9090274" y="4233827"/>
            <a:ext cx="1941819" cy="958865"/>
          </a:xfrm>
          <a:prstGeom prst="rect">
            <a:avLst/>
          </a:prstGeom>
          <a:solidFill>
            <a:srgbClr val="ED9121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CE</a:t>
            </a:r>
            <a:endParaRPr lang="en-IN" sz="3600" dirty="0"/>
          </a:p>
        </p:txBody>
      </p:sp>
      <p:sp>
        <p:nvSpPr>
          <p:cNvPr id="37" name="Freeform: Shape 36"/>
          <p:cNvSpPr/>
          <p:nvPr/>
        </p:nvSpPr>
        <p:spPr>
          <a:xfrm>
            <a:off x="3038475" y="4469638"/>
            <a:ext cx="4552950" cy="1946401"/>
          </a:xfrm>
          <a:custGeom>
            <a:avLst/>
            <a:gdLst>
              <a:gd name="connsiteX0" fmla="*/ 0 w 4552950"/>
              <a:gd name="connsiteY0" fmla="*/ 1981200 h 1981200"/>
              <a:gd name="connsiteX1" fmla="*/ 1587500 w 4552950"/>
              <a:gd name="connsiteY1" fmla="*/ 1981200 h 1981200"/>
              <a:gd name="connsiteX2" fmla="*/ 1587500 w 4552950"/>
              <a:gd name="connsiteY2" fmla="*/ 1079500 h 1981200"/>
              <a:gd name="connsiteX3" fmla="*/ 4552950 w 4552950"/>
              <a:gd name="connsiteY3" fmla="*/ 1079500 h 1981200"/>
              <a:gd name="connsiteX4" fmla="*/ 4552950 w 4552950"/>
              <a:gd name="connsiteY4" fmla="*/ 0 h 1981200"/>
              <a:gd name="connsiteX5" fmla="*/ 857250 w 4552950"/>
              <a:gd name="connsiteY5" fmla="*/ 0 h 1981200"/>
              <a:gd name="connsiteX6" fmla="*/ 857250 w 4552950"/>
              <a:gd name="connsiteY6" fmla="*/ 1066800 h 1981200"/>
              <a:gd name="connsiteX7" fmla="*/ 6350 w 4552950"/>
              <a:gd name="connsiteY7" fmla="*/ 1066800 h 1981200"/>
              <a:gd name="connsiteX8" fmla="*/ 0 w 4552950"/>
              <a:gd name="connsiteY8" fmla="*/ 198120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52950" h="1981200">
                <a:moveTo>
                  <a:pt x="0" y="1981200"/>
                </a:moveTo>
                <a:lnTo>
                  <a:pt x="1587500" y="1981200"/>
                </a:lnTo>
                <a:lnTo>
                  <a:pt x="1587500" y="1079500"/>
                </a:lnTo>
                <a:lnTo>
                  <a:pt x="4552950" y="1079500"/>
                </a:lnTo>
                <a:lnTo>
                  <a:pt x="4552950" y="0"/>
                </a:lnTo>
                <a:lnTo>
                  <a:pt x="857250" y="0"/>
                </a:lnTo>
                <a:lnTo>
                  <a:pt x="857250" y="1066800"/>
                </a:lnTo>
                <a:lnTo>
                  <a:pt x="6350" y="1066800"/>
                </a:lnTo>
                <a:cubicBezTo>
                  <a:pt x="4233" y="1371600"/>
                  <a:pt x="2117" y="1676400"/>
                  <a:pt x="0" y="1981200"/>
                </a:cubicBezTo>
                <a:close/>
              </a:path>
            </a:pathLst>
          </a:custGeom>
          <a:solidFill>
            <a:srgbClr val="FF00FF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4823830" y="2560556"/>
            <a:ext cx="893882" cy="1032930"/>
          </a:xfrm>
          <a:prstGeom prst="rect">
            <a:avLst/>
          </a:prstGeom>
          <a:solidFill>
            <a:srgbClr val="FFFFFF">
              <a:alpha val="9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Cog Sci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10045686" y="3396678"/>
            <a:ext cx="974965" cy="833717"/>
          </a:xfrm>
          <a:prstGeom prst="rect">
            <a:avLst/>
          </a:prstGeom>
          <a:solidFill>
            <a:srgbClr val="EBF5F0">
              <a:alpha val="9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HSS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3913543" y="1945071"/>
            <a:ext cx="3746310" cy="1651379"/>
          </a:xfrm>
          <a:custGeom>
            <a:avLst/>
            <a:gdLst>
              <a:gd name="connsiteX0" fmla="*/ 0 w 3746310"/>
              <a:gd name="connsiteY0" fmla="*/ 1651379 h 1651379"/>
              <a:gd name="connsiteX1" fmla="*/ 0 w 3746310"/>
              <a:gd name="connsiteY1" fmla="*/ 0 h 1651379"/>
              <a:gd name="connsiteX2" fmla="*/ 3746310 w 3746310"/>
              <a:gd name="connsiteY2" fmla="*/ 0 h 1651379"/>
              <a:gd name="connsiteX3" fmla="*/ 3746310 w 3746310"/>
              <a:gd name="connsiteY3" fmla="*/ 1651379 h 1651379"/>
              <a:gd name="connsiteX4" fmla="*/ 1808328 w 3746310"/>
              <a:gd name="connsiteY4" fmla="*/ 1651379 h 1651379"/>
              <a:gd name="connsiteX5" fmla="*/ 1808328 w 3746310"/>
              <a:gd name="connsiteY5" fmla="*/ 614150 h 1651379"/>
              <a:gd name="connsiteX6" fmla="*/ 914400 w 3746310"/>
              <a:gd name="connsiteY6" fmla="*/ 614150 h 1651379"/>
              <a:gd name="connsiteX7" fmla="*/ 914400 w 3746310"/>
              <a:gd name="connsiteY7" fmla="*/ 1651379 h 1651379"/>
              <a:gd name="connsiteX8" fmla="*/ 0 w 3746310"/>
              <a:gd name="connsiteY8" fmla="*/ 1651379 h 1651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46310" h="1651379">
                <a:moveTo>
                  <a:pt x="0" y="1651379"/>
                </a:moveTo>
                <a:lnTo>
                  <a:pt x="0" y="0"/>
                </a:lnTo>
                <a:lnTo>
                  <a:pt x="3746310" y="0"/>
                </a:lnTo>
                <a:lnTo>
                  <a:pt x="3746310" y="1651379"/>
                </a:lnTo>
                <a:lnTo>
                  <a:pt x="1808328" y="1651379"/>
                </a:lnTo>
                <a:lnTo>
                  <a:pt x="1808328" y="614150"/>
                </a:lnTo>
                <a:lnTo>
                  <a:pt x="914400" y="614150"/>
                </a:lnTo>
                <a:lnTo>
                  <a:pt x="914400" y="1651379"/>
                </a:lnTo>
                <a:lnTo>
                  <a:pt x="0" y="1651379"/>
                </a:lnTo>
                <a:close/>
              </a:path>
            </a:pathLst>
          </a:custGeom>
          <a:solidFill>
            <a:srgbClr val="EBF5F0">
              <a:alpha val="9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CE728-2821-22DA-ED3E-F83D64CB8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38">
            <a:extLst>
              <a:ext uri="{FF2B5EF4-FFF2-40B4-BE49-F238E27FC236}">
                <a16:creationId xmlns:a16="http://schemas.microsoft.com/office/drawing/2014/main" id="{FDCE4F53-1E26-AA19-A652-A338B651B121}"/>
              </a:ext>
            </a:extLst>
          </p:cNvPr>
          <p:cNvSpPr txBox="1"/>
          <p:nvPr/>
        </p:nvSpPr>
        <p:spPr>
          <a:xfrm>
            <a:off x="10937118" y="256041"/>
            <a:ext cx="1804291" cy="75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AB4 - SF</a:t>
            </a:r>
            <a:endParaRPr sz="3600" b="1" dirty="0"/>
          </a:p>
        </p:txBody>
      </p:sp>
      <p:sp>
        <p:nvSpPr>
          <p:cNvPr id="31" name="Shape 58">
            <a:hlinkClick r:id="rId2"/>
            <a:extLst>
              <a:ext uri="{FF2B5EF4-FFF2-40B4-BE49-F238E27FC236}">
                <a16:creationId xmlns:a16="http://schemas.microsoft.com/office/drawing/2014/main" id="{5AB1D032-48E4-2E7B-D3B7-B674D8C8865C}"/>
              </a:ext>
            </a:extLst>
          </p:cNvPr>
          <p:cNvSpPr/>
          <p:nvPr/>
        </p:nvSpPr>
        <p:spPr>
          <a:xfrm>
            <a:off x="9074233" y="5549339"/>
            <a:ext cx="455910" cy="585723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Pantry</a:t>
            </a:r>
            <a:r>
              <a:rPr lang="en-US" sz="1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50" dirty="0"/>
          </a:p>
        </p:txBody>
      </p:sp>
      <p:sp>
        <p:nvSpPr>
          <p:cNvPr id="2" name="Shape 3">
            <a:hlinkClick r:id="rId3"/>
            <a:extLst>
              <a:ext uri="{FF2B5EF4-FFF2-40B4-BE49-F238E27FC236}">
                <a16:creationId xmlns:a16="http://schemas.microsoft.com/office/drawing/2014/main" id="{6723ACBC-E490-FB7D-8AAB-37299D3BD386}"/>
              </a:ext>
            </a:extLst>
          </p:cNvPr>
          <p:cNvSpPr/>
          <p:nvPr/>
        </p:nvSpPr>
        <p:spPr>
          <a:xfrm>
            <a:off x="9093876" y="1949843"/>
            <a:ext cx="757535" cy="563798"/>
          </a:xfrm>
          <a:prstGeom prst="rect">
            <a:avLst/>
          </a:prstGeom>
          <a:solidFill>
            <a:srgbClr val="DDD9C4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lang="en-US" sz="1050" dirty="0"/>
          </a:p>
        </p:txBody>
      </p:sp>
      <p:sp>
        <p:nvSpPr>
          <p:cNvPr id="3" name="Shape 4">
            <a:hlinkClick r:id="rId4"/>
            <a:extLst>
              <a:ext uri="{FF2B5EF4-FFF2-40B4-BE49-F238E27FC236}">
                <a16:creationId xmlns:a16="http://schemas.microsoft.com/office/drawing/2014/main" id="{F9C0F160-7B1C-AF89-C7EB-0B0B5A93FF8B}"/>
              </a:ext>
            </a:extLst>
          </p:cNvPr>
          <p:cNvSpPr/>
          <p:nvPr/>
        </p:nvSpPr>
        <p:spPr>
          <a:xfrm>
            <a:off x="9093876" y="2527153"/>
            <a:ext cx="757535" cy="577491"/>
          </a:xfrm>
          <a:prstGeom prst="rect">
            <a:avLst/>
          </a:prstGeom>
          <a:solidFill>
            <a:srgbClr val="DDD9C4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en-US" sz="10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5" name="Shape 52">
            <a:extLst>
              <a:ext uri="{FF2B5EF4-FFF2-40B4-BE49-F238E27FC236}">
                <a16:creationId xmlns:a16="http://schemas.microsoft.com/office/drawing/2014/main" id="{A9A40383-7394-56C9-F1BF-E87DBD8D6507}"/>
              </a:ext>
            </a:extLst>
          </p:cNvPr>
          <p:cNvSpPr txBox="1"/>
          <p:nvPr/>
        </p:nvSpPr>
        <p:spPr>
          <a:xfrm>
            <a:off x="9144629" y="1970474"/>
            <a:ext cx="385514" cy="241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4-331</a:t>
            </a:r>
            <a:endParaRPr dirty="0"/>
          </a:p>
        </p:txBody>
      </p:sp>
      <p:sp>
        <p:nvSpPr>
          <p:cNvPr id="26" name="Shape 53">
            <a:extLst>
              <a:ext uri="{FF2B5EF4-FFF2-40B4-BE49-F238E27FC236}">
                <a16:creationId xmlns:a16="http://schemas.microsoft.com/office/drawing/2014/main" id="{213847AD-E0A2-004F-8F7D-EBB07B4AA768}"/>
              </a:ext>
            </a:extLst>
          </p:cNvPr>
          <p:cNvSpPr txBox="1"/>
          <p:nvPr/>
        </p:nvSpPr>
        <p:spPr>
          <a:xfrm>
            <a:off x="9117568" y="2556218"/>
            <a:ext cx="412576" cy="215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4-330</a:t>
            </a:r>
            <a:endParaRPr dirty="0"/>
          </a:p>
        </p:txBody>
      </p:sp>
      <p:sp>
        <p:nvSpPr>
          <p:cNvPr id="27" name="Shape 54">
            <a:hlinkClick r:id="rId5"/>
            <a:extLst>
              <a:ext uri="{FF2B5EF4-FFF2-40B4-BE49-F238E27FC236}">
                <a16:creationId xmlns:a16="http://schemas.microsoft.com/office/drawing/2014/main" id="{D167420E-4552-9B0C-8BD8-EEBF39649510}"/>
              </a:ext>
            </a:extLst>
          </p:cNvPr>
          <p:cNvSpPr/>
          <p:nvPr/>
        </p:nvSpPr>
        <p:spPr>
          <a:xfrm>
            <a:off x="10042374" y="3396680"/>
            <a:ext cx="989719" cy="839823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Ambika Aiyaduri</a:t>
            </a:r>
            <a:endParaRPr sz="1400" dirty="0"/>
          </a:p>
        </p:txBody>
      </p:sp>
      <p:sp>
        <p:nvSpPr>
          <p:cNvPr id="28" name="Shape 55">
            <a:hlinkClick r:id="rId6"/>
            <a:extLst>
              <a:ext uri="{FF2B5EF4-FFF2-40B4-BE49-F238E27FC236}">
                <a16:creationId xmlns:a16="http://schemas.microsoft.com/office/drawing/2014/main" id="{91FFA3AC-BDC2-6300-A2AD-B560E132B1A8}"/>
              </a:ext>
            </a:extLst>
          </p:cNvPr>
          <p:cNvSpPr/>
          <p:nvPr/>
        </p:nvSpPr>
        <p:spPr>
          <a:xfrm>
            <a:off x="9088826" y="4240690"/>
            <a:ext cx="1943267" cy="952002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Climate Lab</a:t>
            </a:r>
            <a:endParaRPr sz="1400"/>
          </a:p>
        </p:txBody>
      </p:sp>
      <p:sp>
        <p:nvSpPr>
          <p:cNvPr id="29" name="Shape 56">
            <a:hlinkClick r:id="rId7"/>
            <a:extLst>
              <a:ext uri="{FF2B5EF4-FFF2-40B4-BE49-F238E27FC236}">
                <a16:creationId xmlns:a16="http://schemas.microsoft.com/office/drawing/2014/main" id="{F0D1C021-6AD2-4CFA-D55D-3C7C1E2DFEC9}"/>
              </a:ext>
            </a:extLst>
          </p:cNvPr>
          <p:cNvSpPr/>
          <p:nvPr/>
        </p:nvSpPr>
        <p:spPr>
          <a:xfrm>
            <a:off x="9087493" y="3363036"/>
            <a:ext cx="757535" cy="443299"/>
          </a:xfrm>
          <a:prstGeom prst="rect">
            <a:avLst/>
          </a:prstGeom>
          <a:solidFill>
            <a:srgbClr val="DDD9C4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400" dirty="0"/>
          </a:p>
        </p:txBody>
      </p:sp>
      <p:sp>
        <p:nvSpPr>
          <p:cNvPr id="30" name="Shape 57">
            <a:hlinkClick r:id="rId8"/>
            <a:extLst>
              <a:ext uri="{FF2B5EF4-FFF2-40B4-BE49-F238E27FC236}">
                <a16:creationId xmlns:a16="http://schemas.microsoft.com/office/drawing/2014/main" id="{66AF8D72-990A-D5C7-3EDC-B29160C9F068}"/>
              </a:ext>
            </a:extLst>
          </p:cNvPr>
          <p:cNvSpPr/>
          <p:nvPr/>
        </p:nvSpPr>
        <p:spPr>
          <a:xfrm>
            <a:off x="9087493" y="3800341"/>
            <a:ext cx="757535" cy="436882"/>
          </a:xfrm>
          <a:prstGeom prst="rect">
            <a:avLst/>
          </a:prstGeom>
          <a:solidFill>
            <a:srgbClr val="DDD9C4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400" dirty="0"/>
          </a:p>
        </p:txBody>
      </p:sp>
      <p:sp>
        <p:nvSpPr>
          <p:cNvPr id="58" name="Shape 85">
            <a:extLst>
              <a:ext uri="{FF2B5EF4-FFF2-40B4-BE49-F238E27FC236}">
                <a16:creationId xmlns:a16="http://schemas.microsoft.com/office/drawing/2014/main" id="{FBCAF1E2-B6EF-3284-89CE-31A3A867EFA4}"/>
              </a:ext>
            </a:extLst>
          </p:cNvPr>
          <p:cNvSpPr txBox="1"/>
          <p:nvPr/>
        </p:nvSpPr>
        <p:spPr>
          <a:xfrm>
            <a:off x="9147245" y="3400319"/>
            <a:ext cx="448101" cy="22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4-329</a:t>
            </a:r>
            <a:endParaRPr dirty="0"/>
          </a:p>
        </p:txBody>
      </p:sp>
      <p:sp>
        <p:nvSpPr>
          <p:cNvPr id="59" name="Shape 86">
            <a:extLst>
              <a:ext uri="{FF2B5EF4-FFF2-40B4-BE49-F238E27FC236}">
                <a16:creationId xmlns:a16="http://schemas.microsoft.com/office/drawing/2014/main" id="{721BF3AE-266D-1EEA-9917-DABAD5B41286}"/>
              </a:ext>
            </a:extLst>
          </p:cNvPr>
          <p:cNvSpPr txBox="1"/>
          <p:nvPr/>
        </p:nvSpPr>
        <p:spPr>
          <a:xfrm>
            <a:off x="10079840" y="3396681"/>
            <a:ext cx="459991" cy="25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4-327</a:t>
            </a:r>
            <a:endParaRPr dirty="0"/>
          </a:p>
        </p:txBody>
      </p:sp>
      <p:sp>
        <p:nvSpPr>
          <p:cNvPr id="60" name="Shape 87">
            <a:extLst>
              <a:ext uri="{FF2B5EF4-FFF2-40B4-BE49-F238E27FC236}">
                <a16:creationId xmlns:a16="http://schemas.microsoft.com/office/drawing/2014/main" id="{52C7399A-6F1E-3177-B151-C5679F3CCAD3}"/>
              </a:ext>
            </a:extLst>
          </p:cNvPr>
          <p:cNvSpPr txBox="1"/>
          <p:nvPr/>
        </p:nvSpPr>
        <p:spPr>
          <a:xfrm>
            <a:off x="9147245" y="3824291"/>
            <a:ext cx="448101" cy="21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4-328</a:t>
            </a:r>
            <a:endParaRPr dirty="0"/>
          </a:p>
        </p:txBody>
      </p:sp>
      <p:sp>
        <p:nvSpPr>
          <p:cNvPr id="61" name="Shape 88">
            <a:extLst>
              <a:ext uri="{FF2B5EF4-FFF2-40B4-BE49-F238E27FC236}">
                <a16:creationId xmlns:a16="http://schemas.microsoft.com/office/drawing/2014/main" id="{44C01F85-A63C-32AC-1E18-0292E5D91762}"/>
              </a:ext>
            </a:extLst>
          </p:cNvPr>
          <p:cNvSpPr txBox="1"/>
          <p:nvPr/>
        </p:nvSpPr>
        <p:spPr>
          <a:xfrm>
            <a:off x="9144615" y="4292626"/>
            <a:ext cx="585723" cy="23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4-326</a:t>
            </a:r>
            <a:endParaRPr dirty="0"/>
          </a:p>
        </p:txBody>
      </p:sp>
      <p:sp>
        <p:nvSpPr>
          <p:cNvPr id="62" name="Shape 89">
            <a:extLst>
              <a:ext uri="{FF2B5EF4-FFF2-40B4-BE49-F238E27FC236}">
                <a16:creationId xmlns:a16="http://schemas.microsoft.com/office/drawing/2014/main" id="{2CA55BC9-6735-3972-1D16-C2AF0940774A}"/>
              </a:ext>
            </a:extLst>
          </p:cNvPr>
          <p:cNvSpPr txBox="1"/>
          <p:nvPr/>
        </p:nvSpPr>
        <p:spPr>
          <a:xfrm>
            <a:off x="9093238" y="5558613"/>
            <a:ext cx="455911" cy="23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0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4-325</a:t>
            </a:r>
            <a:endParaRPr sz="1000" b="1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91" name="Shape 78">
            <a:hlinkClick r:id="rId9"/>
            <a:extLst>
              <a:ext uri="{FF2B5EF4-FFF2-40B4-BE49-F238E27FC236}">
                <a16:creationId xmlns:a16="http://schemas.microsoft.com/office/drawing/2014/main" id="{A4D564A3-9127-79DF-6B19-7F33DCC41FD5}"/>
              </a:ext>
            </a:extLst>
          </p:cNvPr>
          <p:cNvSpPr/>
          <p:nvPr/>
        </p:nvSpPr>
        <p:spPr>
          <a:xfrm>
            <a:off x="6730846" y="6841686"/>
            <a:ext cx="1684834" cy="778823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 </a:t>
            </a:r>
            <a:r>
              <a:rPr lang="en-US" sz="1200" b="0" i="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Worspace</a:t>
            </a:r>
            <a:endParaRPr sz="1400" dirty="0"/>
          </a:p>
        </p:txBody>
      </p:sp>
      <p:sp>
        <p:nvSpPr>
          <p:cNvPr id="43" name="Shape 70">
            <a:hlinkClick r:id="rId10"/>
            <a:extLst>
              <a:ext uri="{FF2B5EF4-FFF2-40B4-BE49-F238E27FC236}">
                <a16:creationId xmlns:a16="http://schemas.microsoft.com/office/drawing/2014/main" id="{E0FE571A-808A-81BE-9F5F-C6EA85FC84FF}"/>
              </a:ext>
            </a:extLst>
          </p:cNvPr>
          <p:cNvSpPr/>
          <p:nvPr/>
        </p:nvSpPr>
        <p:spPr>
          <a:xfrm>
            <a:off x="921813" y="6855427"/>
            <a:ext cx="1428661" cy="724115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 Workspace</a:t>
            </a:r>
            <a:endParaRPr sz="1400" dirty="0"/>
          </a:p>
        </p:txBody>
      </p:sp>
      <p:sp>
        <p:nvSpPr>
          <p:cNvPr id="44" name="Shape 71">
            <a:hlinkClick r:id="rId11"/>
            <a:extLst>
              <a:ext uri="{FF2B5EF4-FFF2-40B4-BE49-F238E27FC236}">
                <a16:creationId xmlns:a16="http://schemas.microsoft.com/office/drawing/2014/main" id="{69198E32-9437-DDB5-EEAB-CB69155A83AE}"/>
              </a:ext>
            </a:extLst>
          </p:cNvPr>
          <p:cNvSpPr/>
          <p:nvPr/>
        </p:nvSpPr>
        <p:spPr>
          <a:xfrm>
            <a:off x="921813" y="7580469"/>
            <a:ext cx="801791" cy="909681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Harish</a:t>
            </a:r>
            <a:endParaRPr sz="1400" dirty="0"/>
          </a:p>
        </p:txBody>
      </p:sp>
      <p:sp>
        <p:nvSpPr>
          <p:cNvPr id="45" name="Shape 72">
            <a:hlinkClick r:id="rId12"/>
            <a:extLst>
              <a:ext uri="{FF2B5EF4-FFF2-40B4-BE49-F238E27FC236}">
                <a16:creationId xmlns:a16="http://schemas.microsoft.com/office/drawing/2014/main" id="{775DDA7D-F71E-1163-A266-686F2D8C65AA}"/>
              </a:ext>
            </a:extLst>
          </p:cNvPr>
          <p:cNvSpPr/>
          <p:nvPr/>
        </p:nvSpPr>
        <p:spPr>
          <a:xfrm>
            <a:off x="1728820" y="7580469"/>
            <a:ext cx="739458" cy="909681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IN" sz="1200" dirty="0">
                <a:solidFill>
                  <a:srgbClr val="000000"/>
                </a:solidFill>
                <a:latin typeface="Calibri"/>
                <a:cs typeface="Calibri"/>
              </a:rPr>
              <a:t>Vineet</a:t>
            </a:r>
            <a:endParaRPr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86" name="Shape 113">
            <a:extLst>
              <a:ext uri="{FF2B5EF4-FFF2-40B4-BE49-F238E27FC236}">
                <a16:creationId xmlns:a16="http://schemas.microsoft.com/office/drawing/2014/main" id="{77B73CDF-77B5-9086-2AF1-A37D64C8EBA9}"/>
              </a:ext>
            </a:extLst>
          </p:cNvPr>
          <p:cNvSpPr txBox="1"/>
          <p:nvPr/>
        </p:nvSpPr>
        <p:spPr>
          <a:xfrm>
            <a:off x="976597" y="6899714"/>
            <a:ext cx="538440" cy="20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4-314</a:t>
            </a:r>
            <a:endParaRPr dirty="0"/>
          </a:p>
        </p:txBody>
      </p:sp>
      <p:sp>
        <p:nvSpPr>
          <p:cNvPr id="87" name="Shape 114">
            <a:extLst>
              <a:ext uri="{FF2B5EF4-FFF2-40B4-BE49-F238E27FC236}">
                <a16:creationId xmlns:a16="http://schemas.microsoft.com/office/drawing/2014/main" id="{8BB1F6D7-2881-EF31-2333-4424EC8147C5}"/>
              </a:ext>
            </a:extLst>
          </p:cNvPr>
          <p:cNvSpPr txBox="1"/>
          <p:nvPr/>
        </p:nvSpPr>
        <p:spPr>
          <a:xfrm>
            <a:off x="1757872" y="7613707"/>
            <a:ext cx="538440" cy="20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4-313</a:t>
            </a:r>
            <a:endParaRPr dirty="0"/>
          </a:p>
        </p:txBody>
      </p:sp>
      <p:sp>
        <p:nvSpPr>
          <p:cNvPr id="88" name="Shape 115">
            <a:extLst>
              <a:ext uri="{FF2B5EF4-FFF2-40B4-BE49-F238E27FC236}">
                <a16:creationId xmlns:a16="http://schemas.microsoft.com/office/drawing/2014/main" id="{37FF45F5-D8B4-A176-1599-8FEAF0B639C9}"/>
              </a:ext>
            </a:extLst>
          </p:cNvPr>
          <p:cNvSpPr txBox="1"/>
          <p:nvPr/>
        </p:nvSpPr>
        <p:spPr>
          <a:xfrm>
            <a:off x="976597" y="7602847"/>
            <a:ext cx="635251" cy="21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4-314A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46" name="Shape 73">
            <a:hlinkClick r:id="rId13"/>
            <a:extLst>
              <a:ext uri="{FF2B5EF4-FFF2-40B4-BE49-F238E27FC236}">
                <a16:creationId xmlns:a16="http://schemas.microsoft.com/office/drawing/2014/main" id="{91A91783-6DC8-B2A8-9A3B-2548C9A71045}"/>
              </a:ext>
            </a:extLst>
          </p:cNvPr>
          <p:cNvSpPr/>
          <p:nvPr/>
        </p:nvSpPr>
        <p:spPr>
          <a:xfrm>
            <a:off x="2975130" y="7618565"/>
            <a:ext cx="820390" cy="884412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IN" sz="1200" dirty="0"/>
              <a:t>Dileep</a:t>
            </a:r>
            <a:endParaRPr sz="1200" dirty="0"/>
          </a:p>
        </p:txBody>
      </p:sp>
      <p:sp>
        <p:nvSpPr>
          <p:cNvPr id="47" name="Shape 74">
            <a:hlinkClick r:id="rId14"/>
            <a:extLst>
              <a:ext uri="{FF2B5EF4-FFF2-40B4-BE49-F238E27FC236}">
                <a16:creationId xmlns:a16="http://schemas.microsoft.com/office/drawing/2014/main" id="{A7408D92-A755-19B4-00F7-AF88544B2396}"/>
              </a:ext>
            </a:extLst>
          </p:cNvPr>
          <p:cNvSpPr/>
          <p:nvPr/>
        </p:nvSpPr>
        <p:spPr>
          <a:xfrm>
            <a:off x="2949730" y="6833423"/>
            <a:ext cx="1650077" cy="785141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MSE space</a:t>
            </a:r>
            <a:endParaRPr sz="1400"/>
          </a:p>
        </p:txBody>
      </p:sp>
      <p:sp>
        <p:nvSpPr>
          <p:cNvPr id="49" name="Shape 76">
            <a:hlinkClick r:id="rId15"/>
            <a:extLst>
              <a:ext uri="{FF2B5EF4-FFF2-40B4-BE49-F238E27FC236}">
                <a16:creationId xmlns:a16="http://schemas.microsoft.com/office/drawing/2014/main" id="{27F662E3-28AE-D849-706D-FEDD9D7F3840}"/>
              </a:ext>
            </a:extLst>
          </p:cNvPr>
          <p:cNvSpPr/>
          <p:nvPr/>
        </p:nvSpPr>
        <p:spPr>
          <a:xfrm>
            <a:off x="3797179" y="7618564"/>
            <a:ext cx="959415" cy="884943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IN" sz="1400" dirty="0"/>
              <a:t>Ravi</a:t>
            </a:r>
            <a:endParaRPr sz="1400" dirty="0"/>
          </a:p>
        </p:txBody>
      </p:sp>
      <p:sp>
        <p:nvSpPr>
          <p:cNvPr id="56" name="Shape 83">
            <a:hlinkClick r:id="rId16"/>
            <a:extLst>
              <a:ext uri="{FF2B5EF4-FFF2-40B4-BE49-F238E27FC236}">
                <a16:creationId xmlns:a16="http://schemas.microsoft.com/office/drawing/2014/main" id="{272CCC49-7070-0B98-B45F-52EFEE1F2C15}"/>
              </a:ext>
            </a:extLst>
          </p:cNvPr>
          <p:cNvSpPr/>
          <p:nvPr/>
        </p:nvSpPr>
        <p:spPr>
          <a:xfrm>
            <a:off x="7545426" y="7631265"/>
            <a:ext cx="941056" cy="871778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Harpreet</a:t>
            </a:r>
            <a:endParaRPr sz="1400" dirty="0"/>
          </a:p>
        </p:txBody>
      </p:sp>
      <p:sp>
        <p:nvSpPr>
          <p:cNvPr id="57" name="Shape 84">
            <a:hlinkClick r:id="rId17"/>
            <a:extLst>
              <a:ext uri="{FF2B5EF4-FFF2-40B4-BE49-F238E27FC236}">
                <a16:creationId xmlns:a16="http://schemas.microsoft.com/office/drawing/2014/main" id="{BD63382E-4B90-FE55-C016-8BB205A4DE57}"/>
              </a:ext>
            </a:extLst>
          </p:cNvPr>
          <p:cNvSpPr/>
          <p:nvPr/>
        </p:nvSpPr>
        <p:spPr>
          <a:xfrm>
            <a:off x="6648271" y="7631265"/>
            <a:ext cx="896325" cy="871778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20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Vinod Narayan</a:t>
            </a:r>
            <a:endParaRPr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74" name="Shape 101">
            <a:extLst>
              <a:ext uri="{FF2B5EF4-FFF2-40B4-BE49-F238E27FC236}">
                <a16:creationId xmlns:a16="http://schemas.microsoft.com/office/drawing/2014/main" id="{3BB53987-8452-FB43-07E5-63B6EE8E6921}"/>
              </a:ext>
            </a:extLst>
          </p:cNvPr>
          <p:cNvSpPr txBox="1"/>
          <p:nvPr/>
        </p:nvSpPr>
        <p:spPr>
          <a:xfrm>
            <a:off x="7984840" y="6868101"/>
            <a:ext cx="448701" cy="208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4-302</a:t>
            </a:r>
            <a:endParaRPr dirty="0"/>
          </a:p>
        </p:txBody>
      </p:sp>
      <p:sp>
        <p:nvSpPr>
          <p:cNvPr id="75" name="Shape 102">
            <a:extLst>
              <a:ext uri="{FF2B5EF4-FFF2-40B4-BE49-F238E27FC236}">
                <a16:creationId xmlns:a16="http://schemas.microsoft.com/office/drawing/2014/main" id="{360725B5-4775-82A2-357B-5CBECFC3D3E9}"/>
              </a:ext>
            </a:extLst>
          </p:cNvPr>
          <p:cNvSpPr txBox="1"/>
          <p:nvPr/>
        </p:nvSpPr>
        <p:spPr>
          <a:xfrm>
            <a:off x="6778901" y="6858985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4-303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78" name="Shape 105">
            <a:extLst>
              <a:ext uri="{FF2B5EF4-FFF2-40B4-BE49-F238E27FC236}">
                <a16:creationId xmlns:a16="http://schemas.microsoft.com/office/drawing/2014/main" id="{92F3B993-7493-843D-1DA8-398BC1FCFB28}"/>
              </a:ext>
            </a:extLst>
          </p:cNvPr>
          <p:cNvSpPr txBox="1"/>
          <p:nvPr/>
        </p:nvSpPr>
        <p:spPr>
          <a:xfrm>
            <a:off x="4146962" y="6902601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4-310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79" name="Shape 106">
            <a:extLst>
              <a:ext uri="{FF2B5EF4-FFF2-40B4-BE49-F238E27FC236}">
                <a16:creationId xmlns:a16="http://schemas.microsoft.com/office/drawing/2014/main" id="{F2217046-D83C-003B-F257-598A4569F3B0}"/>
              </a:ext>
            </a:extLst>
          </p:cNvPr>
          <p:cNvSpPr txBox="1"/>
          <p:nvPr/>
        </p:nvSpPr>
        <p:spPr>
          <a:xfrm>
            <a:off x="3000523" y="6877750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4-311</a:t>
            </a:r>
            <a:endParaRPr dirty="0"/>
          </a:p>
        </p:txBody>
      </p:sp>
      <p:sp>
        <p:nvSpPr>
          <p:cNvPr id="80" name="Shape 107">
            <a:extLst>
              <a:ext uri="{FF2B5EF4-FFF2-40B4-BE49-F238E27FC236}">
                <a16:creationId xmlns:a16="http://schemas.microsoft.com/office/drawing/2014/main" id="{1464688A-BF2F-7CC5-79DE-94F1E42B78EC}"/>
              </a:ext>
            </a:extLst>
          </p:cNvPr>
          <p:cNvSpPr txBox="1"/>
          <p:nvPr/>
        </p:nvSpPr>
        <p:spPr>
          <a:xfrm>
            <a:off x="7588084" y="7686016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4-301</a:t>
            </a:r>
            <a:endParaRPr dirty="0"/>
          </a:p>
        </p:txBody>
      </p:sp>
      <p:sp>
        <p:nvSpPr>
          <p:cNvPr id="81" name="Shape 108">
            <a:extLst>
              <a:ext uri="{FF2B5EF4-FFF2-40B4-BE49-F238E27FC236}">
                <a16:creationId xmlns:a16="http://schemas.microsoft.com/office/drawing/2014/main" id="{0B945F4B-4E0C-9625-3657-D6B8E51B3EEB}"/>
              </a:ext>
            </a:extLst>
          </p:cNvPr>
          <p:cNvSpPr txBox="1"/>
          <p:nvPr/>
        </p:nvSpPr>
        <p:spPr>
          <a:xfrm>
            <a:off x="6730846" y="7686015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4-304</a:t>
            </a:r>
            <a:endParaRPr dirty="0"/>
          </a:p>
        </p:txBody>
      </p:sp>
      <p:sp>
        <p:nvSpPr>
          <p:cNvPr id="50" name="Shape 77">
            <a:hlinkClick r:id="rId18"/>
            <a:extLst>
              <a:ext uri="{FF2B5EF4-FFF2-40B4-BE49-F238E27FC236}">
                <a16:creationId xmlns:a16="http://schemas.microsoft.com/office/drawing/2014/main" id="{23E7FE98-8FBA-0874-256F-5B4D8B03B411}"/>
              </a:ext>
            </a:extLst>
          </p:cNvPr>
          <p:cNvSpPr/>
          <p:nvPr/>
        </p:nvSpPr>
        <p:spPr>
          <a:xfrm>
            <a:off x="4751074" y="7622860"/>
            <a:ext cx="999116" cy="884412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200" dirty="0">
                <a:solidFill>
                  <a:srgbClr val="000000"/>
                </a:solidFill>
                <a:latin typeface="Calibri"/>
                <a:cs typeface="Calibri"/>
              </a:rPr>
              <a:t>Atul</a:t>
            </a:r>
          </a:p>
        </p:txBody>
      </p:sp>
      <p:sp>
        <p:nvSpPr>
          <p:cNvPr id="51" name="Shape 78">
            <a:hlinkClick r:id="rId9"/>
            <a:extLst>
              <a:ext uri="{FF2B5EF4-FFF2-40B4-BE49-F238E27FC236}">
                <a16:creationId xmlns:a16="http://schemas.microsoft.com/office/drawing/2014/main" id="{AA4EB6AD-7702-D797-18A7-780B4472A217}"/>
              </a:ext>
            </a:extLst>
          </p:cNvPr>
          <p:cNvSpPr/>
          <p:nvPr/>
        </p:nvSpPr>
        <p:spPr>
          <a:xfrm>
            <a:off x="4859967" y="6835210"/>
            <a:ext cx="1684834" cy="778823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 Workspace</a:t>
            </a:r>
            <a:endParaRPr sz="1400" dirty="0"/>
          </a:p>
        </p:txBody>
      </p:sp>
      <p:sp>
        <p:nvSpPr>
          <p:cNvPr id="53" name="Shape 80">
            <a:hlinkClick r:id="rId19"/>
            <a:extLst>
              <a:ext uri="{FF2B5EF4-FFF2-40B4-BE49-F238E27FC236}">
                <a16:creationId xmlns:a16="http://schemas.microsoft.com/office/drawing/2014/main" id="{281DBE88-F5BC-4B1A-3482-2DECA880F917}"/>
              </a:ext>
            </a:extLst>
          </p:cNvPr>
          <p:cNvSpPr/>
          <p:nvPr/>
        </p:nvSpPr>
        <p:spPr>
          <a:xfrm>
            <a:off x="5750188" y="7622860"/>
            <a:ext cx="903507" cy="884412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200">
                <a:solidFill>
                  <a:srgbClr val="000000"/>
                </a:solidFill>
                <a:latin typeface="Calibri"/>
                <a:cs typeface="Calibri"/>
              </a:rPr>
              <a:t>Harini</a:t>
            </a:r>
            <a:endParaRPr sz="12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76" name="Shape 103">
            <a:extLst>
              <a:ext uri="{FF2B5EF4-FFF2-40B4-BE49-F238E27FC236}">
                <a16:creationId xmlns:a16="http://schemas.microsoft.com/office/drawing/2014/main" id="{1E7BBBBD-96DB-367C-7BF3-8E05C888C2AC}"/>
              </a:ext>
            </a:extLst>
          </p:cNvPr>
          <p:cNvSpPr txBox="1"/>
          <p:nvPr/>
        </p:nvSpPr>
        <p:spPr>
          <a:xfrm>
            <a:off x="6088922" y="6865067"/>
            <a:ext cx="431191" cy="196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4-306</a:t>
            </a:r>
            <a:endParaRPr dirty="0"/>
          </a:p>
        </p:txBody>
      </p:sp>
      <p:sp>
        <p:nvSpPr>
          <p:cNvPr id="77" name="Shape 104">
            <a:extLst>
              <a:ext uri="{FF2B5EF4-FFF2-40B4-BE49-F238E27FC236}">
                <a16:creationId xmlns:a16="http://schemas.microsoft.com/office/drawing/2014/main" id="{106DEC7A-5024-C47F-04C9-716B2D022D01}"/>
              </a:ext>
            </a:extLst>
          </p:cNvPr>
          <p:cNvSpPr txBox="1"/>
          <p:nvPr/>
        </p:nvSpPr>
        <p:spPr>
          <a:xfrm>
            <a:off x="4905816" y="6874719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4-307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82" name="Shape 109">
            <a:extLst>
              <a:ext uri="{FF2B5EF4-FFF2-40B4-BE49-F238E27FC236}">
                <a16:creationId xmlns:a16="http://schemas.microsoft.com/office/drawing/2014/main" id="{C171BAC3-F295-FF8C-1876-DBFFEE1165E4}"/>
              </a:ext>
            </a:extLst>
          </p:cNvPr>
          <p:cNvSpPr txBox="1"/>
          <p:nvPr/>
        </p:nvSpPr>
        <p:spPr>
          <a:xfrm>
            <a:off x="5831344" y="7686014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4-305</a:t>
            </a:r>
            <a:endParaRPr dirty="0"/>
          </a:p>
        </p:txBody>
      </p:sp>
      <p:sp>
        <p:nvSpPr>
          <p:cNvPr id="83" name="Shape 110">
            <a:extLst>
              <a:ext uri="{FF2B5EF4-FFF2-40B4-BE49-F238E27FC236}">
                <a16:creationId xmlns:a16="http://schemas.microsoft.com/office/drawing/2014/main" id="{04C31734-015D-8056-68D2-D4CE8C246FE6}"/>
              </a:ext>
            </a:extLst>
          </p:cNvPr>
          <p:cNvSpPr txBox="1"/>
          <p:nvPr/>
        </p:nvSpPr>
        <p:spPr>
          <a:xfrm>
            <a:off x="4806272" y="7673313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4-308</a:t>
            </a:r>
            <a:endParaRPr dirty="0"/>
          </a:p>
        </p:txBody>
      </p:sp>
      <p:sp>
        <p:nvSpPr>
          <p:cNvPr id="84" name="Shape 111">
            <a:extLst>
              <a:ext uri="{FF2B5EF4-FFF2-40B4-BE49-F238E27FC236}">
                <a16:creationId xmlns:a16="http://schemas.microsoft.com/office/drawing/2014/main" id="{BA73943C-3472-F21B-05C8-0C717515FD21}"/>
              </a:ext>
            </a:extLst>
          </p:cNvPr>
          <p:cNvSpPr txBox="1"/>
          <p:nvPr/>
        </p:nvSpPr>
        <p:spPr>
          <a:xfrm>
            <a:off x="3847569" y="7673318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4-309</a:t>
            </a:r>
            <a:endParaRPr dirty="0"/>
          </a:p>
        </p:txBody>
      </p:sp>
      <p:sp>
        <p:nvSpPr>
          <p:cNvPr id="85" name="Shape 112">
            <a:extLst>
              <a:ext uri="{FF2B5EF4-FFF2-40B4-BE49-F238E27FC236}">
                <a16:creationId xmlns:a16="http://schemas.microsoft.com/office/drawing/2014/main" id="{7E611322-437E-E286-DBDF-CD678D45CB68}"/>
              </a:ext>
            </a:extLst>
          </p:cNvPr>
          <p:cNvSpPr txBox="1"/>
          <p:nvPr/>
        </p:nvSpPr>
        <p:spPr>
          <a:xfrm>
            <a:off x="2993098" y="7673317"/>
            <a:ext cx="538440" cy="20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4-312</a:t>
            </a:r>
            <a:endParaRPr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2A3EE7D-D629-E840-8F00-AFAE5B48BC67}"/>
              </a:ext>
            </a:extLst>
          </p:cNvPr>
          <p:cNvSpPr/>
          <p:nvPr/>
        </p:nvSpPr>
        <p:spPr>
          <a:xfrm>
            <a:off x="921813" y="6815166"/>
            <a:ext cx="7579253" cy="1696401"/>
          </a:xfrm>
          <a:prstGeom prst="rect">
            <a:avLst/>
          </a:prstGeom>
          <a:solidFill>
            <a:srgbClr val="FF00FF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>
                <a:solidFill>
                  <a:schemeClr val="tx1"/>
                </a:solidFill>
              </a:rPr>
              <a:t>ME (12F, 65S)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97" name="Shape 78">
            <a:hlinkClick r:id="rId9"/>
            <a:extLst>
              <a:ext uri="{FF2B5EF4-FFF2-40B4-BE49-F238E27FC236}">
                <a16:creationId xmlns:a16="http://schemas.microsoft.com/office/drawing/2014/main" id="{0544119B-8D26-5651-F316-38475AAE6930}"/>
              </a:ext>
            </a:extLst>
          </p:cNvPr>
          <p:cNvSpPr/>
          <p:nvPr/>
        </p:nvSpPr>
        <p:spPr>
          <a:xfrm>
            <a:off x="3056546" y="5508912"/>
            <a:ext cx="1539384" cy="888872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en-US" sz="1400" dirty="0"/>
          </a:p>
        </p:txBody>
      </p:sp>
      <p:sp>
        <p:nvSpPr>
          <p:cNvPr id="96" name="Shape 78">
            <a:hlinkClick r:id="rId9"/>
            <a:extLst>
              <a:ext uri="{FF2B5EF4-FFF2-40B4-BE49-F238E27FC236}">
                <a16:creationId xmlns:a16="http://schemas.microsoft.com/office/drawing/2014/main" id="{772C5975-CBFB-17BA-4A37-2BB71A77A461}"/>
              </a:ext>
            </a:extLst>
          </p:cNvPr>
          <p:cNvSpPr/>
          <p:nvPr/>
        </p:nvSpPr>
        <p:spPr>
          <a:xfrm>
            <a:off x="4969631" y="5513063"/>
            <a:ext cx="1550482" cy="888872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2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Chem Workspace</a:t>
            </a:r>
            <a:endParaRPr lang="en-US" sz="1400" dirty="0"/>
          </a:p>
        </p:txBody>
      </p:sp>
      <p:sp>
        <p:nvSpPr>
          <p:cNvPr id="92" name="Shape 78">
            <a:hlinkClick r:id="rId9"/>
            <a:extLst>
              <a:ext uri="{FF2B5EF4-FFF2-40B4-BE49-F238E27FC236}">
                <a16:creationId xmlns:a16="http://schemas.microsoft.com/office/drawing/2014/main" id="{F14FA759-8492-0906-A3A3-4E709A3467EA}"/>
              </a:ext>
            </a:extLst>
          </p:cNvPr>
          <p:cNvSpPr/>
          <p:nvPr/>
        </p:nvSpPr>
        <p:spPr>
          <a:xfrm>
            <a:off x="6899326" y="5512059"/>
            <a:ext cx="1497425" cy="888872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Chem Workspace</a:t>
            </a:r>
            <a:endParaRPr sz="1400" dirty="0"/>
          </a:p>
        </p:txBody>
      </p:sp>
      <p:sp>
        <p:nvSpPr>
          <p:cNvPr id="95" name="Shape 77">
            <a:hlinkClick r:id="rId18"/>
            <a:extLst>
              <a:ext uri="{FF2B5EF4-FFF2-40B4-BE49-F238E27FC236}">
                <a16:creationId xmlns:a16="http://schemas.microsoft.com/office/drawing/2014/main" id="{0B81C3CB-F2BF-B628-3E49-9F033D5E8B2F}"/>
              </a:ext>
            </a:extLst>
          </p:cNvPr>
          <p:cNvSpPr/>
          <p:nvPr/>
        </p:nvSpPr>
        <p:spPr>
          <a:xfrm>
            <a:off x="5743849" y="4458070"/>
            <a:ext cx="919444" cy="1052685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200" dirty="0" err="1">
                <a:solidFill>
                  <a:srgbClr val="000000"/>
                </a:solidFill>
                <a:latin typeface="Calibri"/>
                <a:cs typeface="Calibri"/>
              </a:rPr>
              <a:t>Udipta</a:t>
            </a:r>
            <a:r>
              <a:rPr lang="en-US" sz="1200" dirty="0">
                <a:solidFill>
                  <a:srgbClr val="000000"/>
                </a:solidFill>
                <a:latin typeface="Calibri"/>
                <a:cs typeface="Calibri"/>
              </a:rPr>
              <a:t> Ghosh</a:t>
            </a:r>
          </a:p>
        </p:txBody>
      </p:sp>
      <p:sp>
        <p:nvSpPr>
          <p:cNvPr id="93" name="Shape 77">
            <a:hlinkClick r:id="rId18"/>
            <a:extLst>
              <a:ext uri="{FF2B5EF4-FFF2-40B4-BE49-F238E27FC236}">
                <a16:creationId xmlns:a16="http://schemas.microsoft.com/office/drawing/2014/main" id="{94B341B5-229D-7B6F-C8F8-AF2E29D63382}"/>
              </a:ext>
            </a:extLst>
          </p:cNvPr>
          <p:cNvSpPr/>
          <p:nvPr/>
        </p:nvSpPr>
        <p:spPr>
          <a:xfrm>
            <a:off x="7584157" y="4459669"/>
            <a:ext cx="919444" cy="1051961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400"/>
              <a:t>Chem</a:t>
            </a:r>
            <a:endParaRPr sz="1400" dirty="0"/>
          </a:p>
        </p:txBody>
      </p:sp>
      <p:sp>
        <p:nvSpPr>
          <p:cNvPr id="94" name="Shape 77">
            <a:hlinkClick r:id="rId18"/>
            <a:extLst>
              <a:ext uri="{FF2B5EF4-FFF2-40B4-BE49-F238E27FC236}">
                <a16:creationId xmlns:a16="http://schemas.microsoft.com/office/drawing/2014/main" id="{BF481C94-AFEC-F645-6F7F-48392665D36D}"/>
              </a:ext>
            </a:extLst>
          </p:cNvPr>
          <p:cNvSpPr/>
          <p:nvPr/>
        </p:nvSpPr>
        <p:spPr>
          <a:xfrm>
            <a:off x="6653303" y="4458070"/>
            <a:ext cx="933745" cy="1050842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IN" sz="1200" dirty="0" err="1"/>
              <a:t>Saumyadip</a:t>
            </a:r>
            <a:r>
              <a:rPr lang="en-IN" sz="1200" dirty="0"/>
              <a:t> Sett</a:t>
            </a:r>
            <a:endParaRPr sz="1200" dirty="0"/>
          </a:p>
        </p:txBody>
      </p:sp>
      <p:sp>
        <p:nvSpPr>
          <p:cNvPr id="32" name="Shape 59">
            <a:hlinkClick r:id="rId20"/>
            <a:extLst>
              <a:ext uri="{FF2B5EF4-FFF2-40B4-BE49-F238E27FC236}">
                <a16:creationId xmlns:a16="http://schemas.microsoft.com/office/drawing/2014/main" id="{FA483F6D-471B-E359-DBE1-CD1F815EFC30}"/>
              </a:ext>
            </a:extLst>
          </p:cNvPr>
          <p:cNvSpPr/>
          <p:nvPr/>
        </p:nvSpPr>
        <p:spPr>
          <a:xfrm>
            <a:off x="3056546" y="4460833"/>
            <a:ext cx="840865" cy="1048659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ELV room</a:t>
            </a:r>
            <a:endParaRPr sz="1400" dirty="0"/>
          </a:p>
        </p:txBody>
      </p:sp>
      <p:sp>
        <p:nvSpPr>
          <p:cNvPr id="33" name="Shape 60">
            <a:hlinkClick r:id="rId21"/>
            <a:extLst>
              <a:ext uri="{FF2B5EF4-FFF2-40B4-BE49-F238E27FC236}">
                <a16:creationId xmlns:a16="http://schemas.microsoft.com/office/drawing/2014/main" id="{BD46FDE2-8FD5-93C6-4532-8E3427D71708}"/>
              </a:ext>
            </a:extLst>
          </p:cNvPr>
          <p:cNvSpPr/>
          <p:nvPr/>
        </p:nvSpPr>
        <p:spPr>
          <a:xfrm>
            <a:off x="3893816" y="4460833"/>
            <a:ext cx="882849" cy="1048659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IN" sz="1200"/>
              <a:t>Madhu</a:t>
            </a:r>
            <a:endParaRPr sz="1200" dirty="0"/>
          </a:p>
        </p:txBody>
      </p:sp>
      <p:sp>
        <p:nvSpPr>
          <p:cNvPr id="34" name="Shape 61">
            <a:hlinkClick r:id="rId22"/>
            <a:extLst>
              <a:ext uri="{FF2B5EF4-FFF2-40B4-BE49-F238E27FC236}">
                <a16:creationId xmlns:a16="http://schemas.microsoft.com/office/drawing/2014/main" id="{0A915624-4D32-0BA7-0411-5228539B6CB0}"/>
              </a:ext>
            </a:extLst>
          </p:cNvPr>
          <p:cNvSpPr/>
          <p:nvPr/>
        </p:nvSpPr>
        <p:spPr>
          <a:xfrm>
            <a:off x="4776666" y="4461616"/>
            <a:ext cx="968206" cy="1047296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IN" sz="1400" dirty="0"/>
              <a:t>Jayaprakash</a:t>
            </a:r>
            <a:endParaRPr sz="1400" dirty="0"/>
          </a:p>
        </p:txBody>
      </p:sp>
      <p:sp>
        <p:nvSpPr>
          <p:cNvPr id="63" name="Shape 90">
            <a:extLst>
              <a:ext uri="{FF2B5EF4-FFF2-40B4-BE49-F238E27FC236}">
                <a16:creationId xmlns:a16="http://schemas.microsoft.com/office/drawing/2014/main" id="{5EFD7DF7-72A3-B9C6-578C-169CC3BC36C1}"/>
              </a:ext>
            </a:extLst>
          </p:cNvPr>
          <p:cNvSpPr txBox="1"/>
          <p:nvPr/>
        </p:nvSpPr>
        <p:spPr>
          <a:xfrm>
            <a:off x="7644591" y="4497378"/>
            <a:ext cx="455905" cy="219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4-324</a:t>
            </a:r>
            <a:endParaRPr dirty="0"/>
          </a:p>
        </p:txBody>
      </p:sp>
      <p:sp>
        <p:nvSpPr>
          <p:cNvPr id="64" name="Shape 91">
            <a:extLst>
              <a:ext uri="{FF2B5EF4-FFF2-40B4-BE49-F238E27FC236}">
                <a16:creationId xmlns:a16="http://schemas.microsoft.com/office/drawing/2014/main" id="{DEAFFD8D-4A03-AF91-79E7-09192104FC4A}"/>
              </a:ext>
            </a:extLst>
          </p:cNvPr>
          <p:cNvSpPr txBox="1"/>
          <p:nvPr/>
        </p:nvSpPr>
        <p:spPr>
          <a:xfrm>
            <a:off x="6692286" y="4476903"/>
            <a:ext cx="487346" cy="220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4-321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65" name="Shape 92">
            <a:extLst>
              <a:ext uri="{FF2B5EF4-FFF2-40B4-BE49-F238E27FC236}">
                <a16:creationId xmlns:a16="http://schemas.microsoft.com/office/drawing/2014/main" id="{103BA123-B924-D0B1-7BE1-ACE7213221D5}"/>
              </a:ext>
            </a:extLst>
          </p:cNvPr>
          <p:cNvSpPr txBox="1"/>
          <p:nvPr/>
        </p:nvSpPr>
        <p:spPr>
          <a:xfrm>
            <a:off x="5806982" y="4483824"/>
            <a:ext cx="503906" cy="23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4-320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66" name="Shape 93">
            <a:extLst>
              <a:ext uri="{FF2B5EF4-FFF2-40B4-BE49-F238E27FC236}">
                <a16:creationId xmlns:a16="http://schemas.microsoft.com/office/drawing/2014/main" id="{81659CD7-8D8C-26BB-3456-0943949941EC}"/>
              </a:ext>
            </a:extLst>
          </p:cNvPr>
          <p:cNvSpPr txBox="1"/>
          <p:nvPr/>
        </p:nvSpPr>
        <p:spPr>
          <a:xfrm>
            <a:off x="4822985" y="4473934"/>
            <a:ext cx="517362" cy="194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4-317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67" name="Shape 94">
            <a:extLst>
              <a:ext uri="{FF2B5EF4-FFF2-40B4-BE49-F238E27FC236}">
                <a16:creationId xmlns:a16="http://schemas.microsoft.com/office/drawing/2014/main" id="{D29C06B5-2398-DB4E-5D6B-BAB7D5514190}"/>
              </a:ext>
            </a:extLst>
          </p:cNvPr>
          <p:cNvSpPr txBox="1"/>
          <p:nvPr/>
        </p:nvSpPr>
        <p:spPr>
          <a:xfrm>
            <a:off x="3945934" y="4473934"/>
            <a:ext cx="518286" cy="193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4-316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68" name="Shape 95">
            <a:extLst>
              <a:ext uri="{FF2B5EF4-FFF2-40B4-BE49-F238E27FC236}">
                <a16:creationId xmlns:a16="http://schemas.microsoft.com/office/drawing/2014/main" id="{E136317A-3B37-89E7-530A-005460657577}"/>
              </a:ext>
            </a:extLst>
          </p:cNvPr>
          <p:cNvSpPr txBox="1"/>
          <p:nvPr/>
        </p:nvSpPr>
        <p:spPr>
          <a:xfrm>
            <a:off x="3110084" y="4484275"/>
            <a:ext cx="636539" cy="285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4-315A</a:t>
            </a:r>
            <a:endParaRPr dirty="0"/>
          </a:p>
        </p:txBody>
      </p:sp>
      <p:sp>
        <p:nvSpPr>
          <p:cNvPr id="69" name="Shape 96">
            <a:extLst>
              <a:ext uri="{FF2B5EF4-FFF2-40B4-BE49-F238E27FC236}">
                <a16:creationId xmlns:a16="http://schemas.microsoft.com/office/drawing/2014/main" id="{FF3855D1-6C0B-0BAF-FF87-1820857349AD}"/>
              </a:ext>
            </a:extLst>
          </p:cNvPr>
          <p:cNvSpPr txBox="1"/>
          <p:nvPr/>
        </p:nvSpPr>
        <p:spPr>
          <a:xfrm>
            <a:off x="7959094" y="5549339"/>
            <a:ext cx="539017" cy="230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>
                <a:sym typeface="Calibri"/>
              </a:rPr>
              <a:t>4-323</a:t>
            </a:r>
            <a:endParaRPr dirty="0"/>
          </a:p>
        </p:txBody>
      </p:sp>
      <p:sp>
        <p:nvSpPr>
          <p:cNvPr id="70" name="Shape 97">
            <a:extLst>
              <a:ext uri="{FF2B5EF4-FFF2-40B4-BE49-F238E27FC236}">
                <a16:creationId xmlns:a16="http://schemas.microsoft.com/office/drawing/2014/main" id="{0BA56658-ED93-9ADE-C147-B85D55CDC0C0}"/>
              </a:ext>
            </a:extLst>
          </p:cNvPr>
          <p:cNvSpPr txBox="1"/>
          <p:nvPr/>
        </p:nvSpPr>
        <p:spPr>
          <a:xfrm>
            <a:off x="6899143" y="5520834"/>
            <a:ext cx="604114" cy="285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4-322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71" name="Shape 98">
            <a:extLst>
              <a:ext uri="{FF2B5EF4-FFF2-40B4-BE49-F238E27FC236}">
                <a16:creationId xmlns:a16="http://schemas.microsoft.com/office/drawing/2014/main" id="{6522C4FE-7F00-75B4-9B24-99C119809935}"/>
              </a:ext>
            </a:extLst>
          </p:cNvPr>
          <p:cNvSpPr txBox="1"/>
          <p:nvPr/>
        </p:nvSpPr>
        <p:spPr>
          <a:xfrm>
            <a:off x="6076756" y="5554346"/>
            <a:ext cx="468045" cy="240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4-319</a:t>
            </a:r>
            <a:endParaRPr sz="12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72" name="Shape 99">
            <a:extLst>
              <a:ext uri="{FF2B5EF4-FFF2-40B4-BE49-F238E27FC236}">
                <a16:creationId xmlns:a16="http://schemas.microsoft.com/office/drawing/2014/main" id="{C6547A89-F12F-F331-A1DF-3758CC38DFB9}"/>
              </a:ext>
            </a:extLst>
          </p:cNvPr>
          <p:cNvSpPr txBox="1"/>
          <p:nvPr/>
        </p:nvSpPr>
        <p:spPr>
          <a:xfrm>
            <a:off x="5012712" y="5554345"/>
            <a:ext cx="468045" cy="240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4-318</a:t>
            </a:r>
            <a:endParaRPr dirty="0"/>
          </a:p>
        </p:txBody>
      </p:sp>
      <p:sp>
        <p:nvSpPr>
          <p:cNvPr id="73" name="Shape 100">
            <a:extLst>
              <a:ext uri="{FF2B5EF4-FFF2-40B4-BE49-F238E27FC236}">
                <a16:creationId xmlns:a16="http://schemas.microsoft.com/office/drawing/2014/main" id="{5CB37E7A-11BD-7963-0EAE-8D4A82F55A30}"/>
              </a:ext>
            </a:extLst>
          </p:cNvPr>
          <p:cNvSpPr txBox="1"/>
          <p:nvPr/>
        </p:nvSpPr>
        <p:spPr>
          <a:xfrm>
            <a:off x="3031875" y="5509492"/>
            <a:ext cx="625152" cy="285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4-315</a:t>
            </a:r>
            <a:endParaRPr sz="12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D22DF87-21CB-5325-BC6D-1D3BC2C97254}"/>
              </a:ext>
            </a:extLst>
          </p:cNvPr>
          <p:cNvGrpSpPr/>
          <p:nvPr/>
        </p:nvGrpSpPr>
        <p:grpSpPr>
          <a:xfrm>
            <a:off x="3089908" y="1931724"/>
            <a:ext cx="5379862" cy="1663912"/>
            <a:chOff x="2444277" y="837599"/>
            <a:chExt cx="6561530" cy="2029385"/>
          </a:xfrm>
        </p:grpSpPr>
        <p:sp>
          <p:nvSpPr>
            <p:cNvPr id="4" name="Shape 5">
              <a:hlinkClick r:id="rId23"/>
              <a:extLst>
                <a:ext uri="{FF2B5EF4-FFF2-40B4-BE49-F238E27FC236}">
                  <a16:creationId xmlns:a16="http://schemas.microsoft.com/office/drawing/2014/main" id="{CD5687B6-E367-A67A-018C-75E508D59596}"/>
                </a:ext>
              </a:extLst>
            </p:cNvPr>
            <p:cNvSpPr/>
            <p:nvPr/>
          </p:nvSpPr>
          <p:spPr>
            <a:xfrm>
              <a:off x="8014713" y="852496"/>
              <a:ext cx="991094" cy="744697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sz="1400" dirty="0"/>
            </a:p>
          </p:txBody>
        </p:sp>
        <p:sp>
          <p:nvSpPr>
            <p:cNvPr id="5" name="Shape 6">
              <a:hlinkClick r:id="rId24"/>
              <a:extLst>
                <a:ext uri="{FF2B5EF4-FFF2-40B4-BE49-F238E27FC236}">
                  <a16:creationId xmlns:a16="http://schemas.microsoft.com/office/drawing/2014/main" id="{3D401D21-345C-7CFB-8454-028003B6CC79}"/>
                </a:ext>
              </a:extLst>
            </p:cNvPr>
            <p:cNvSpPr/>
            <p:nvPr/>
          </p:nvSpPr>
          <p:spPr>
            <a:xfrm>
              <a:off x="8023105" y="1597339"/>
              <a:ext cx="982701" cy="1265765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sz="1400" dirty="0"/>
            </a:p>
          </p:txBody>
        </p:sp>
        <p:sp>
          <p:nvSpPr>
            <p:cNvPr id="6" name="Shape 7">
              <a:hlinkClick r:id="rId25"/>
              <a:extLst>
                <a:ext uri="{FF2B5EF4-FFF2-40B4-BE49-F238E27FC236}">
                  <a16:creationId xmlns:a16="http://schemas.microsoft.com/office/drawing/2014/main" id="{E9BE54A0-CB9A-AAB4-25A3-42E64CF397D9}"/>
                </a:ext>
              </a:extLst>
            </p:cNvPr>
            <p:cNvSpPr/>
            <p:nvPr/>
          </p:nvSpPr>
          <p:spPr>
            <a:xfrm>
              <a:off x="6836070" y="1591080"/>
              <a:ext cx="1190625" cy="1272024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Arka</a:t>
              </a:r>
              <a:r>
                <a:rPr lang="en-US" sz="12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Chattopadhyay</a:t>
              </a:r>
              <a:endParaRPr sz="1400" dirty="0"/>
            </a:p>
          </p:txBody>
        </p:sp>
        <p:sp>
          <p:nvSpPr>
            <p:cNvPr id="7" name="Shape 8">
              <a:hlinkClick r:id="rId26"/>
              <a:extLst>
                <a:ext uri="{FF2B5EF4-FFF2-40B4-BE49-F238E27FC236}">
                  <a16:creationId xmlns:a16="http://schemas.microsoft.com/office/drawing/2014/main" id="{DEA1D281-B69A-CFCA-FFB9-31CA2B8BB9A2}"/>
                </a:ext>
              </a:extLst>
            </p:cNvPr>
            <p:cNvSpPr/>
            <p:nvPr/>
          </p:nvSpPr>
          <p:spPr>
            <a:xfrm>
              <a:off x="5653921" y="852732"/>
              <a:ext cx="2369183" cy="741814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 space</a:t>
              </a:r>
              <a:endParaRPr sz="1400" dirty="0"/>
            </a:p>
          </p:txBody>
        </p:sp>
        <p:sp>
          <p:nvSpPr>
            <p:cNvPr id="8" name="Shape 9">
              <a:hlinkClick r:id="rId27"/>
              <a:extLst>
                <a:ext uri="{FF2B5EF4-FFF2-40B4-BE49-F238E27FC236}">
                  <a16:creationId xmlns:a16="http://schemas.microsoft.com/office/drawing/2014/main" id="{BF8E4256-4815-20CD-D88B-2274D6B439B8}"/>
                </a:ext>
              </a:extLst>
            </p:cNvPr>
            <p:cNvSpPr/>
            <p:nvPr/>
          </p:nvSpPr>
          <p:spPr>
            <a:xfrm>
              <a:off x="5655203" y="1600847"/>
              <a:ext cx="1181100" cy="1266137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Nishaant Choksi</a:t>
              </a:r>
              <a:endParaRPr sz="1400" dirty="0"/>
            </a:p>
          </p:txBody>
        </p:sp>
        <p:sp>
          <p:nvSpPr>
            <p:cNvPr id="9" name="Shape 10">
              <a:hlinkClick r:id="rId28"/>
              <a:extLst>
                <a:ext uri="{FF2B5EF4-FFF2-40B4-BE49-F238E27FC236}">
                  <a16:creationId xmlns:a16="http://schemas.microsoft.com/office/drawing/2014/main" id="{C47E77C8-7646-E1F8-BD07-3AFF623917E9}"/>
                </a:ext>
              </a:extLst>
            </p:cNvPr>
            <p:cNvSpPr/>
            <p:nvPr/>
          </p:nvSpPr>
          <p:spPr>
            <a:xfrm>
              <a:off x="3420588" y="855530"/>
              <a:ext cx="2231707" cy="744697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 space</a:t>
              </a:r>
              <a:endParaRPr sz="1400" dirty="0"/>
            </a:p>
          </p:txBody>
        </p:sp>
        <p:sp>
          <p:nvSpPr>
            <p:cNvPr id="10" name="Shape 11">
              <a:hlinkClick r:id="rId29"/>
              <a:extLst>
                <a:ext uri="{FF2B5EF4-FFF2-40B4-BE49-F238E27FC236}">
                  <a16:creationId xmlns:a16="http://schemas.microsoft.com/office/drawing/2014/main" id="{97D4168A-1574-CDA1-0432-404053FD7428}"/>
                </a:ext>
              </a:extLst>
            </p:cNvPr>
            <p:cNvSpPr/>
            <p:nvPr/>
          </p:nvSpPr>
          <p:spPr>
            <a:xfrm>
              <a:off x="4550154" y="1597339"/>
              <a:ext cx="1103104" cy="1269645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Angus McBlane</a:t>
              </a:r>
              <a:endParaRPr sz="1400" dirty="0"/>
            </a:p>
          </p:txBody>
        </p:sp>
        <p:sp>
          <p:nvSpPr>
            <p:cNvPr id="11" name="Shape 12">
              <a:hlinkClick r:id="rId30"/>
              <a:extLst>
                <a:ext uri="{FF2B5EF4-FFF2-40B4-BE49-F238E27FC236}">
                  <a16:creationId xmlns:a16="http://schemas.microsoft.com/office/drawing/2014/main" id="{9106B35B-FF8E-7DAF-2D75-B1222FD27DEA}"/>
                </a:ext>
              </a:extLst>
            </p:cNvPr>
            <p:cNvSpPr/>
            <p:nvPr/>
          </p:nvSpPr>
          <p:spPr>
            <a:xfrm>
              <a:off x="3422856" y="1600228"/>
              <a:ext cx="1134754" cy="1266244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Arnapurna Rath</a:t>
              </a:r>
              <a:endParaRPr sz="1400" dirty="0"/>
            </a:p>
          </p:txBody>
        </p:sp>
        <p:sp>
          <p:nvSpPr>
            <p:cNvPr id="12" name="Shape 13">
              <a:hlinkClick r:id="rId31"/>
              <a:extLst>
                <a:ext uri="{FF2B5EF4-FFF2-40B4-BE49-F238E27FC236}">
                  <a16:creationId xmlns:a16="http://schemas.microsoft.com/office/drawing/2014/main" id="{F520CE6E-E33D-680B-06F7-405699F28AD1}"/>
                </a:ext>
              </a:extLst>
            </p:cNvPr>
            <p:cNvSpPr/>
            <p:nvPr/>
          </p:nvSpPr>
          <p:spPr>
            <a:xfrm>
              <a:off x="2483362" y="1600228"/>
              <a:ext cx="942975" cy="1262876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sz="1400" dirty="0"/>
            </a:p>
          </p:txBody>
        </p:sp>
        <p:sp>
          <p:nvSpPr>
            <p:cNvPr id="14" name="Shape 40">
              <a:hlinkClick r:id="rId32"/>
              <a:extLst>
                <a:ext uri="{FF2B5EF4-FFF2-40B4-BE49-F238E27FC236}">
                  <a16:creationId xmlns:a16="http://schemas.microsoft.com/office/drawing/2014/main" id="{8C925AA6-1901-865E-4955-FD9C059A5800}"/>
                </a:ext>
              </a:extLst>
            </p:cNvPr>
            <p:cNvSpPr/>
            <p:nvPr/>
          </p:nvSpPr>
          <p:spPr>
            <a:xfrm>
              <a:off x="2483362" y="855530"/>
              <a:ext cx="942975" cy="742298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sz="1400" dirty="0"/>
            </a:p>
          </p:txBody>
        </p:sp>
        <p:sp>
          <p:nvSpPr>
            <p:cNvPr id="15" name="Shape 42">
              <a:extLst>
                <a:ext uri="{FF2B5EF4-FFF2-40B4-BE49-F238E27FC236}">
                  <a16:creationId xmlns:a16="http://schemas.microsoft.com/office/drawing/2014/main" id="{00CB4187-AA4F-D8C3-0AB4-A8EED8B52CCA}"/>
                </a:ext>
              </a:extLst>
            </p:cNvPr>
            <p:cNvSpPr txBox="1"/>
            <p:nvPr/>
          </p:nvSpPr>
          <p:spPr>
            <a:xfrm>
              <a:off x="2444277" y="837599"/>
              <a:ext cx="723900" cy="2969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4-335</a:t>
              </a:r>
              <a:endParaRPr sz="1050" dirty="0"/>
            </a:p>
          </p:txBody>
        </p:sp>
        <p:sp>
          <p:nvSpPr>
            <p:cNvPr id="16" name="Shape 43">
              <a:extLst>
                <a:ext uri="{FF2B5EF4-FFF2-40B4-BE49-F238E27FC236}">
                  <a16:creationId xmlns:a16="http://schemas.microsoft.com/office/drawing/2014/main" id="{9C570B2F-5749-3D8D-37A6-FE97A5E10336}"/>
                </a:ext>
              </a:extLst>
            </p:cNvPr>
            <p:cNvSpPr txBox="1"/>
            <p:nvPr/>
          </p:nvSpPr>
          <p:spPr>
            <a:xfrm>
              <a:off x="2532854" y="1633617"/>
              <a:ext cx="529495" cy="2736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4-335A</a:t>
              </a:r>
              <a:endParaRPr sz="1200" dirty="0"/>
            </a:p>
          </p:txBody>
        </p:sp>
        <p:sp>
          <p:nvSpPr>
            <p:cNvPr id="17" name="Shape 44">
              <a:extLst>
                <a:ext uri="{FF2B5EF4-FFF2-40B4-BE49-F238E27FC236}">
                  <a16:creationId xmlns:a16="http://schemas.microsoft.com/office/drawing/2014/main" id="{8E8D2C83-2032-0A07-8ABF-5007EBE7490D}"/>
                </a:ext>
              </a:extLst>
            </p:cNvPr>
            <p:cNvSpPr txBox="1"/>
            <p:nvPr/>
          </p:nvSpPr>
          <p:spPr>
            <a:xfrm>
              <a:off x="3452608" y="872141"/>
              <a:ext cx="597379" cy="240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4-334</a:t>
              </a:r>
              <a:endParaRPr sz="1050" dirty="0"/>
            </a:p>
          </p:txBody>
        </p:sp>
        <p:sp>
          <p:nvSpPr>
            <p:cNvPr id="18" name="Shape 45">
              <a:extLst>
                <a:ext uri="{FF2B5EF4-FFF2-40B4-BE49-F238E27FC236}">
                  <a16:creationId xmlns:a16="http://schemas.microsoft.com/office/drawing/2014/main" id="{8574B3F1-7253-0ADB-7C14-5990EEE51ED7}"/>
                </a:ext>
              </a:extLst>
            </p:cNvPr>
            <p:cNvSpPr txBox="1"/>
            <p:nvPr/>
          </p:nvSpPr>
          <p:spPr>
            <a:xfrm>
              <a:off x="4598844" y="1618158"/>
              <a:ext cx="733425" cy="2969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4-334A</a:t>
              </a:r>
              <a:endParaRPr dirty="0"/>
            </a:p>
          </p:txBody>
        </p:sp>
        <p:sp>
          <p:nvSpPr>
            <p:cNvPr id="19" name="Shape 46">
              <a:extLst>
                <a:ext uri="{FF2B5EF4-FFF2-40B4-BE49-F238E27FC236}">
                  <a16:creationId xmlns:a16="http://schemas.microsoft.com/office/drawing/2014/main" id="{6BDBA712-F945-3EB0-1B00-28381DD7548C}"/>
                </a:ext>
              </a:extLst>
            </p:cNvPr>
            <p:cNvSpPr txBox="1"/>
            <p:nvPr/>
          </p:nvSpPr>
          <p:spPr>
            <a:xfrm>
              <a:off x="3465421" y="1626851"/>
              <a:ext cx="717779" cy="2969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4-334B</a:t>
              </a:r>
              <a:endParaRPr sz="1000" dirty="0"/>
            </a:p>
          </p:txBody>
        </p:sp>
        <p:sp>
          <p:nvSpPr>
            <p:cNvPr id="20" name="Shape 47">
              <a:extLst>
                <a:ext uri="{FF2B5EF4-FFF2-40B4-BE49-F238E27FC236}">
                  <a16:creationId xmlns:a16="http://schemas.microsoft.com/office/drawing/2014/main" id="{FA0479EA-415A-AB5D-B8D0-94DDFD0551D2}"/>
                </a:ext>
              </a:extLst>
            </p:cNvPr>
            <p:cNvSpPr txBox="1"/>
            <p:nvPr/>
          </p:nvSpPr>
          <p:spPr>
            <a:xfrm>
              <a:off x="5698179" y="893458"/>
              <a:ext cx="685800" cy="300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4-333</a:t>
              </a:r>
              <a:endParaRPr sz="1000" b="1" dirty="0">
                <a:solidFill>
                  <a:schemeClr val="dk1"/>
                </a:solidFill>
                <a:latin typeface="Calibri"/>
                <a:cs typeface="Calibri"/>
              </a:endParaRPr>
            </a:p>
          </p:txBody>
        </p:sp>
        <p:sp>
          <p:nvSpPr>
            <p:cNvPr id="21" name="Shape 48">
              <a:extLst>
                <a:ext uri="{FF2B5EF4-FFF2-40B4-BE49-F238E27FC236}">
                  <a16:creationId xmlns:a16="http://schemas.microsoft.com/office/drawing/2014/main" id="{4CC177B5-BC7C-3954-639D-EC20B6660A71}"/>
                </a:ext>
              </a:extLst>
            </p:cNvPr>
            <p:cNvSpPr txBox="1"/>
            <p:nvPr/>
          </p:nvSpPr>
          <p:spPr>
            <a:xfrm>
              <a:off x="6889445" y="1618815"/>
              <a:ext cx="589809" cy="2538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4-333A</a:t>
              </a:r>
              <a:endParaRPr dirty="0"/>
            </a:p>
          </p:txBody>
        </p:sp>
        <p:sp>
          <p:nvSpPr>
            <p:cNvPr id="22" name="Shape 49">
              <a:extLst>
                <a:ext uri="{FF2B5EF4-FFF2-40B4-BE49-F238E27FC236}">
                  <a16:creationId xmlns:a16="http://schemas.microsoft.com/office/drawing/2014/main" id="{6FCFF984-4921-10EA-7F61-32AD824A26AA}"/>
                </a:ext>
              </a:extLst>
            </p:cNvPr>
            <p:cNvSpPr txBox="1"/>
            <p:nvPr/>
          </p:nvSpPr>
          <p:spPr>
            <a:xfrm>
              <a:off x="5688882" y="1638812"/>
              <a:ext cx="790575" cy="300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4-333B</a:t>
              </a:r>
              <a:endParaRPr dirty="0"/>
            </a:p>
          </p:txBody>
        </p:sp>
        <p:sp>
          <p:nvSpPr>
            <p:cNvPr id="23" name="Shape 50">
              <a:extLst>
                <a:ext uri="{FF2B5EF4-FFF2-40B4-BE49-F238E27FC236}">
                  <a16:creationId xmlns:a16="http://schemas.microsoft.com/office/drawing/2014/main" id="{27534DC0-E847-23F7-8ABB-234581A4D0A6}"/>
                </a:ext>
              </a:extLst>
            </p:cNvPr>
            <p:cNvSpPr txBox="1"/>
            <p:nvPr/>
          </p:nvSpPr>
          <p:spPr>
            <a:xfrm>
              <a:off x="8066701" y="880016"/>
              <a:ext cx="695325" cy="300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4-332</a:t>
              </a:r>
              <a:endParaRPr sz="1000" dirty="0"/>
            </a:p>
          </p:txBody>
        </p:sp>
        <p:sp>
          <p:nvSpPr>
            <p:cNvPr id="24" name="Shape 51">
              <a:extLst>
                <a:ext uri="{FF2B5EF4-FFF2-40B4-BE49-F238E27FC236}">
                  <a16:creationId xmlns:a16="http://schemas.microsoft.com/office/drawing/2014/main" id="{E6DC20AF-4735-48BC-9308-2DEF4DF1132F}"/>
                </a:ext>
              </a:extLst>
            </p:cNvPr>
            <p:cNvSpPr txBox="1"/>
            <p:nvPr/>
          </p:nvSpPr>
          <p:spPr>
            <a:xfrm>
              <a:off x="8099871" y="1594281"/>
              <a:ext cx="566186" cy="2783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4-332A</a:t>
              </a:r>
              <a:endParaRPr dirty="0"/>
            </a:p>
          </p:txBody>
        </p: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EF18898E-60B2-594A-0155-28B1D822B5B3}"/>
              </a:ext>
            </a:extLst>
          </p:cNvPr>
          <p:cNvSpPr/>
          <p:nvPr/>
        </p:nvSpPr>
        <p:spPr>
          <a:xfrm>
            <a:off x="7656386" y="1931724"/>
            <a:ext cx="813384" cy="1660731"/>
          </a:xfrm>
          <a:prstGeom prst="rect">
            <a:avLst/>
          </a:prstGeom>
          <a:solidFill>
            <a:srgbClr val="00FFFF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Chem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EDA2ACF-7FEC-1FD4-DF9F-93CC04263CF5}"/>
              </a:ext>
            </a:extLst>
          </p:cNvPr>
          <p:cNvSpPr/>
          <p:nvPr/>
        </p:nvSpPr>
        <p:spPr>
          <a:xfrm>
            <a:off x="3101975" y="1937120"/>
            <a:ext cx="798504" cy="1673811"/>
          </a:xfrm>
          <a:prstGeom prst="rect">
            <a:avLst/>
          </a:prstGeom>
          <a:solidFill>
            <a:srgbClr val="00FFFF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Chem</a:t>
            </a:r>
            <a:endParaRPr lang="en-IN" sz="2000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BCF4F9B-2D77-9365-5106-B4B4247B8F4D}"/>
              </a:ext>
            </a:extLst>
          </p:cNvPr>
          <p:cNvSpPr/>
          <p:nvPr/>
        </p:nvSpPr>
        <p:spPr>
          <a:xfrm>
            <a:off x="4965486" y="4463703"/>
            <a:ext cx="3547168" cy="1960741"/>
          </a:xfrm>
          <a:custGeom>
            <a:avLst/>
            <a:gdLst>
              <a:gd name="connsiteX0" fmla="*/ 0 w 4292600"/>
              <a:gd name="connsiteY0" fmla="*/ 1289050 h 2362200"/>
              <a:gd name="connsiteX1" fmla="*/ 0 w 4292600"/>
              <a:gd name="connsiteY1" fmla="*/ 2362200 h 2362200"/>
              <a:gd name="connsiteX2" fmla="*/ 4184650 w 4292600"/>
              <a:gd name="connsiteY2" fmla="*/ 2362200 h 2362200"/>
              <a:gd name="connsiteX3" fmla="*/ 4184650 w 4292600"/>
              <a:gd name="connsiteY3" fmla="*/ 1276350 h 2362200"/>
              <a:gd name="connsiteX4" fmla="*/ 4292600 w 4292600"/>
              <a:gd name="connsiteY4" fmla="*/ 1276350 h 2362200"/>
              <a:gd name="connsiteX5" fmla="*/ 4292600 w 4292600"/>
              <a:gd name="connsiteY5" fmla="*/ 0 h 2362200"/>
              <a:gd name="connsiteX6" fmla="*/ 3181350 w 4292600"/>
              <a:gd name="connsiteY6" fmla="*/ 0 h 2362200"/>
              <a:gd name="connsiteX7" fmla="*/ 3181350 w 4292600"/>
              <a:gd name="connsiteY7" fmla="*/ 1276350 h 2362200"/>
              <a:gd name="connsiteX8" fmla="*/ 0 w 4292600"/>
              <a:gd name="connsiteY8" fmla="*/ 1289050 h 236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2600" h="2362200">
                <a:moveTo>
                  <a:pt x="0" y="1289050"/>
                </a:moveTo>
                <a:lnTo>
                  <a:pt x="0" y="2362200"/>
                </a:lnTo>
                <a:lnTo>
                  <a:pt x="4184650" y="2362200"/>
                </a:lnTo>
                <a:lnTo>
                  <a:pt x="4184650" y="1276350"/>
                </a:lnTo>
                <a:lnTo>
                  <a:pt x="4292600" y="1276350"/>
                </a:lnTo>
                <a:lnTo>
                  <a:pt x="4292600" y="0"/>
                </a:lnTo>
                <a:lnTo>
                  <a:pt x="3181350" y="0"/>
                </a:lnTo>
                <a:lnTo>
                  <a:pt x="3181350" y="1276350"/>
                </a:lnTo>
                <a:lnTo>
                  <a:pt x="0" y="1289050"/>
                </a:lnTo>
                <a:close/>
              </a:path>
            </a:pathLst>
          </a:custGeom>
          <a:solidFill>
            <a:srgbClr val="00FFFF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Chem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10FA192-C13C-0D94-59FF-9E5A5514DB7B}"/>
              </a:ext>
            </a:extLst>
          </p:cNvPr>
          <p:cNvSpPr/>
          <p:nvPr/>
        </p:nvSpPr>
        <p:spPr>
          <a:xfrm>
            <a:off x="9090274" y="4233827"/>
            <a:ext cx="1941819" cy="958865"/>
          </a:xfrm>
          <a:prstGeom prst="rect">
            <a:avLst/>
          </a:prstGeom>
          <a:solidFill>
            <a:srgbClr val="ED9121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CE</a:t>
            </a:r>
            <a:endParaRPr lang="en-IN" sz="360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216FEBB6-7DBF-345A-ED1F-831ABDBCE030}"/>
              </a:ext>
            </a:extLst>
          </p:cNvPr>
          <p:cNvSpPr/>
          <p:nvPr/>
        </p:nvSpPr>
        <p:spPr>
          <a:xfrm>
            <a:off x="3038475" y="4469638"/>
            <a:ext cx="4552950" cy="1946401"/>
          </a:xfrm>
          <a:custGeom>
            <a:avLst/>
            <a:gdLst>
              <a:gd name="connsiteX0" fmla="*/ 0 w 4552950"/>
              <a:gd name="connsiteY0" fmla="*/ 1981200 h 1981200"/>
              <a:gd name="connsiteX1" fmla="*/ 1587500 w 4552950"/>
              <a:gd name="connsiteY1" fmla="*/ 1981200 h 1981200"/>
              <a:gd name="connsiteX2" fmla="*/ 1587500 w 4552950"/>
              <a:gd name="connsiteY2" fmla="*/ 1079500 h 1981200"/>
              <a:gd name="connsiteX3" fmla="*/ 4552950 w 4552950"/>
              <a:gd name="connsiteY3" fmla="*/ 1079500 h 1981200"/>
              <a:gd name="connsiteX4" fmla="*/ 4552950 w 4552950"/>
              <a:gd name="connsiteY4" fmla="*/ 0 h 1981200"/>
              <a:gd name="connsiteX5" fmla="*/ 857250 w 4552950"/>
              <a:gd name="connsiteY5" fmla="*/ 0 h 1981200"/>
              <a:gd name="connsiteX6" fmla="*/ 857250 w 4552950"/>
              <a:gd name="connsiteY6" fmla="*/ 1066800 h 1981200"/>
              <a:gd name="connsiteX7" fmla="*/ 6350 w 4552950"/>
              <a:gd name="connsiteY7" fmla="*/ 1066800 h 1981200"/>
              <a:gd name="connsiteX8" fmla="*/ 0 w 4552950"/>
              <a:gd name="connsiteY8" fmla="*/ 198120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52950" h="1981200">
                <a:moveTo>
                  <a:pt x="0" y="1981200"/>
                </a:moveTo>
                <a:lnTo>
                  <a:pt x="1587500" y="1981200"/>
                </a:lnTo>
                <a:lnTo>
                  <a:pt x="1587500" y="1079500"/>
                </a:lnTo>
                <a:lnTo>
                  <a:pt x="4552950" y="1079500"/>
                </a:lnTo>
                <a:lnTo>
                  <a:pt x="4552950" y="0"/>
                </a:lnTo>
                <a:lnTo>
                  <a:pt x="857250" y="0"/>
                </a:lnTo>
                <a:lnTo>
                  <a:pt x="857250" y="1066800"/>
                </a:lnTo>
                <a:lnTo>
                  <a:pt x="6350" y="1066800"/>
                </a:lnTo>
                <a:cubicBezTo>
                  <a:pt x="4233" y="1371600"/>
                  <a:pt x="2117" y="1676400"/>
                  <a:pt x="0" y="1981200"/>
                </a:cubicBezTo>
                <a:close/>
              </a:path>
            </a:pathLst>
          </a:custGeom>
          <a:solidFill>
            <a:srgbClr val="FF00FF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F591F23-BE59-0CE7-D53C-61C5C36D2540}"/>
              </a:ext>
            </a:extLst>
          </p:cNvPr>
          <p:cNvSpPr/>
          <p:nvPr/>
        </p:nvSpPr>
        <p:spPr>
          <a:xfrm>
            <a:off x="4823830" y="2560556"/>
            <a:ext cx="893882" cy="1032930"/>
          </a:xfrm>
          <a:prstGeom prst="rect">
            <a:avLst/>
          </a:prstGeom>
          <a:solidFill>
            <a:srgbClr val="FFFFFF">
              <a:alpha val="9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Cog Sci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33EA8A3-1F6B-57D3-97C8-780D147F8118}"/>
              </a:ext>
            </a:extLst>
          </p:cNvPr>
          <p:cNvSpPr/>
          <p:nvPr/>
        </p:nvSpPr>
        <p:spPr>
          <a:xfrm>
            <a:off x="10045686" y="3396678"/>
            <a:ext cx="974965" cy="833717"/>
          </a:xfrm>
          <a:prstGeom prst="rect">
            <a:avLst/>
          </a:prstGeom>
          <a:solidFill>
            <a:srgbClr val="EBF5F0">
              <a:alpha val="9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HSS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F79BEF05-44DF-7DEC-2BDF-9031684EE62C}"/>
              </a:ext>
            </a:extLst>
          </p:cNvPr>
          <p:cNvSpPr/>
          <p:nvPr/>
        </p:nvSpPr>
        <p:spPr>
          <a:xfrm>
            <a:off x="3913543" y="1945071"/>
            <a:ext cx="3746310" cy="1651379"/>
          </a:xfrm>
          <a:custGeom>
            <a:avLst/>
            <a:gdLst>
              <a:gd name="connsiteX0" fmla="*/ 0 w 3746310"/>
              <a:gd name="connsiteY0" fmla="*/ 1651379 h 1651379"/>
              <a:gd name="connsiteX1" fmla="*/ 0 w 3746310"/>
              <a:gd name="connsiteY1" fmla="*/ 0 h 1651379"/>
              <a:gd name="connsiteX2" fmla="*/ 3746310 w 3746310"/>
              <a:gd name="connsiteY2" fmla="*/ 0 h 1651379"/>
              <a:gd name="connsiteX3" fmla="*/ 3746310 w 3746310"/>
              <a:gd name="connsiteY3" fmla="*/ 1651379 h 1651379"/>
              <a:gd name="connsiteX4" fmla="*/ 1808328 w 3746310"/>
              <a:gd name="connsiteY4" fmla="*/ 1651379 h 1651379"/>
              <a:gd name="connsiteX5" fmla="*/ 1808328 w 3746310"/>
              <a:gd name="connsiteY5" fmla="*/ 614150 h 1651379"/>
              <a:gd name="connsiteX6" fmla="*/ 914400 w 3746310"/>
              <a:gd name="connsiteY6" fmla="*/ 614150 h 1651379"/>
              <a:gd name="connsiteX7" fmla="*/ 914400 w 3746310"/>
              <a:gd name="connsiteY7" fmla="*/ 1651379 h 1651379"/>
              <a:gd name="connsiteX8" fmla="*/ 0 w 3746310"/>
              <a:gd name="connsiteY8" fmla="*/ 1651379 h 1651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46310" h="1651379">
                <a:moveTo>
                  <a:pt x="0" y="1651379"/>
                </a:moveTo>
                <a:lnTo>
                  <a:pt x="0" y="0"/>
                </a:lnTo>
                <a:lnTo>
                  <a:pt x="3746310" y="0"/>
                </a:lnTo>
                <a:lnTo>
                  <a:pt x="3746310" y="1651379"/>
                </a:lnTo>
                <a:lnTo>
                  <a:pt x="1808328" y="1651379"/>
                </a:lnTo>
                <a:lnTo>
                  <a:pt x="1808328" y="614150"/>
                </a:lnTo>
                <a:lnTo>
                  <a:pt x="914400" y="614150"/>
                </a:lnTo>
                <a:lnTo>
                  <a:pt x="914400" y="1651379"/>
                </a:lnTo>
                <a:lnTo>
                  <a:pt x="0" y="1651379"/>
                </a:lnTo>
                <a:close/>
              </a:path>
            </a:pathLst>
          </a:custGeom>
          <a:solidFill>
            <a:srgbClr val="EBF5F0">
              <a:alpha val="9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HSS</a:t>
            </a:r>
          </a:p>
        </p:txBody>
      </p:sp>
    </p:spTree>
    <p:extLst>
      <p:ext uri="{BB962C8B-B14F-4D97-AF65-F5344CB8AC3E}">
        <p14:creationId xmlns:p14="http://schemas.microsoft.com/office/powerpoint/2010/main" val="496259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4">
            <a:hlinkClick r:id="rId2"/>
          </p:cNvPr>
          <p:cNvSpPr/>
          <p:nvPr/>
        </p:nvSpPr>
        <p:spPr>
          <a:xfrm>
            <a:off x="1508207" y="2655057"/>
            <a:ext cx="1301498" cy="1494311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Sudipta Basu</a:t>
            </a:r>
            <a:endParaRPr sz="1800"/>
          </a:p>
        </p:txBody>
      </p:sp>
      <p:sp>
        <p:nvSpPr>
          <p:cNvPr id="3" name="Shape 15">
            <a:hlinkClick r:id="rId3"/>
          </p:cNvPr>
          <p:cNvSpPr/>
          <p:nvPr/>
        </p:nvSpPr>
        <p:spPr>
          <a:xfrm>
            <a:off x="2803536" y="2655057"/>
            <a:ext cx="1325600" cy="1494311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Iti Gupta</a:t>
            </a:r>
            <a:endParaRPr sz="1800"/>
          </a:p>
        </p:txBody>
      </p:sp>
      <p:sp>
        <p:nvSpPr>
          <p:cNvPr id="4" name="Shape 16">
            <a:hlinkClick r:id="rId4"/>
          </p:cNvPr>
          <p:cNvSpPr/>
          <p:nvPr/>
        </p:nvSpPr>
        <p:spPr>
          <a:xfrm>
            <a:off x="4134952" y="2655057"/>
            <a:ext cx="1301498" cy="1494311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Sivapriya Kirubakaran</a:t>
            </a:r>
            <a:endParaRPr sz="1800"/>
          </a:p>
        </p:txBody>
      </p:sp>
      <p:sp>
        <p:nvSpPr>
          <p:cNvPr id="5" name="Shape 17">
            <a:hlinkClick r:id="rId5"/>
          </p:cNvPr>
          <p:cNvSpPr/>
          <p:nvPr/>
        </p:nvSpPr>
        <p:spPr>
          <a:xfrm>
            <a:off x="5452577" y="2655057"/>
            <a:ext cx="1301498" cy="1494311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Chandrakumar Appaye</a:t>
            </a:r>
            <a:endParaRPr sz="1800"/>
          </a:p>
        </p:txBody>
      </p:sp>
      <p:sp>
        <p:nvSpPr>
          <p:cNvPr id="6" name="Shape 18">
            <a:hlinkClick r:id="rId6"/>
          </p:cNvPr>
          <p:cNvSpPr/>
          <p:nvPr/>
        </p:nvSpPr>
        <p:spPr>
          <a:xfrm>
            <a:off x="6759063" y="2655057"/>
            <a:ext cx="1325600" cy="1494311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Sriram  Kanvah (Gundimeda)</a:t>
            </a:r>
            <a:endParaRPr sz="1800"/>
          </a:p>
        </p:txBody>
      </p:sp>
      <p:sp>
        <p:nvSpPr>
          <p:cNvPr id="7" name="Shape 19">
            <a:hlinkClick r:id="rId7"/>
          </p:cNvPr>
          <p:cNvSpPr/>
          <p:nvPr/>
        </p:nvSpPr>
        <p:spPr>
          <a:xfrm>
            <a:off x="9767930" y="2654157"/>
            <a:ext cx="1217141" cy="1345683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800" dirty="0"/>
          </a:p>
        </p:txBody>
      </p:sp>
      <p:sp>
        <p:nvSpPr>
          <p:cNvPr id="8" name="Shape 20">
            <a:hlinkClick r:id="rId8"/>
          </p:cNvPr>
          <p:cNvSpPr/>
          <p:nvPr/>
        </p:nvSpPr>
        <p:spPr>
          <a:xfrm>
            <a:off x="10976202" y="2655058"/>
            <a:ext cx="1217141" cy="1515680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800" dirty="0"/>
          </a:p>
        </p:txBody>
      </p:sp>
      <p:sp>
        <p:nvSpPr>
          <p:cNvPr id="9" name="Shape 21">
            <a:hlinkClick r:id="rId9"/>
          </p:cNvPr>
          <p:cNvSpPr/>
          <p:nvPr/>
        </p:nvSpPr>
        <p:spPr>
          <a:xfrm>
            <a:off x="10977102" y="4174754"/>
            <a:ext cx="1217141" cy="1553282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4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0" name="Shape 22">
            <a:hlinkClick r:id="rId10"/>
          </p:cNvPr>
          <p:cNvSpPr/>
          <p:nvPr/>
        </p:nvSpPr>
        <p:spPr>
          <a:xfrm>
            <a:off x="9766924" y="4418505"/>
            <a:ext cx="1207592" cy="1313548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sz="14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1" name="Shape 23">
            <a:hlinkClick r:id="rId11"/>
          </p:cNvPr>
          <p:cNvSpPr/>
          <p:nvPr/>
        </p:nvSpPr>
        <p:spPr>
          <a:xfrm>
            <a:off x="9152328" y="4438805"/>
            <a:ext cx="602545" cy="1313548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Hub Room</a:t>
            </a:r>
            <a:endParaRPr sz="1200" dirty="0"/>
          </a:p>
        </p:txBody>
      </p:sp>
      <p:sp>
        <p:nvSpPr>
          <p:cNvPr id="12" name="Shape 24">
            <a:hlinkClick r:id="rId12"/>
          </p:cNvPr>
          <p:cNvSpPr/>
          <p:nvPr/>
        </p:nvSpPr>
        <p:spPr>
          <a:xfrm>
            <a:off x="253730" y="4876374"/>
            <a:ext cx="1248660" cy="927919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None/>
            </a:pPr>
            <a:endParaRPr sz="1800" dirty="0"/>
          </a:p>
        </p:txBody>
      </p:sp>
      <p:sp>
        <p:nvSpPr>
          <p:cNvPr id="13" name="Shape 25">
            <a:hlinkClick r:id="rId13"/>
          </p:cNvPr>
          <p:cNvSpPr/>
          <p:nvPr/>
        </p:nvSpPr>
        <p:spPr>
          <a:xfrm>
            <a:off x="1505090" y="4149368"/>
            <a:ext cx="6001351" cy="1650973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6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Chemistry workspace</a:t>
            </a:r>
            <a:endParaRPr sz="1800" dirty="0"/>
          </a:p>
        </p:txBody>
      </p:sp>
      <p:sp>
        <p:nvSpPr>
          <p:cNvPr id="14" name="Shape 26"/>
          <p:cNvSpPr txBox="1"/>
          <p:nvPr/>
        </p:nvSpPr>
        <p:spPr>
          <a:xfrm>
            <a:off x="1460903" y="2643006"/>
            <a:ext cx="952022" cy="38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4-403</a:t>
            </a:r>
            <a:endParaRPr sz="1800"/>
          </a:p>
        </p:txBody>
      </p:sp>
      <p:sp>
        <p:nvSpPr>
          <p:cNvPr id="15" name="Shape 27"/>
          <p:cNvSpPr txBox="1"/>
          <p:nvPr/>
        </p:nvSpPr>
        <p:spPr>
          <a:xfrm>
            <a:off x="2902995" y="2643006"/>
            <a:ext cx="879716" cy="38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4-401C</a:t>
            </a:r>
            <a:endParaRPr sz="1800" dirty="0"/>
          </a:p>
        </p:txBody>
      </p:sp>
      <p:sp>
        <p:nvSpPr>
          <p:cNvPr id="16" name="Shape 28"/>
          <p:cNvSpPr txBox="1"/>
          <p:nvPr/>
        </p:nvSpPr>
        <p:spPr>
          <a:xfrm>
            <a:off x="4244662" y="2643006"/>
            <a:ext cx="976123" cy="38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4-401B</a:t>
            </a:r>
            <a:endParaRPr sz="1800" dirty="0"/>
          </a:p>
        </p:txBody>
      </p:sp>
      <p:sp>
        <p:nvSpPr>
          <p:cNvPr id="17" name="Shape 29"/>
          <p:cNvSpPr txBox="1"/>
          <p:nvPr/>
        </p:nvSpPr>
        <p:spPr>
          <a:xfrm>
            <a:off x="5674703" y="2643006"/>
            <a:ext cx="964072" cy="38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4-401A</a:t>
            </a:r>
            <a:endParaRPr sz="1800" dirty="0"/>
          </a:p>
        </p:txBody>
      </p:sp>
      <p:sp>
        <p:nvSpPr>
          <p:cNvPr id="18" name="Shape 30"/>
          <p:cNvSpPr txBox="1"/>
          <p:nvPr/>
        </p:nvSpPr>
        <p:spPr>
          <a:xfrm>
            <a:off x="7080642" y="2643006"/>
            <a:ext cx="976123" cy="38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4-404</a:t>
            </a:r>
            <a:endParaRPr sz="1800"/>
          </a:p>
        </p:txBody>
      </p:sp>
      <p:sp>
        <p:nvSpPr>
          <p:cNvPr id="19" name="Shape 31"/>
          <p:cNvSpPr txBox="1"/>
          <p:nvPr/>
        </p:nvSpPr>
        <p:spPr>
          <a:xfrm>
            <a:off x="9767930" y="2654157"/>
            <a:ext cx="891767" cy="38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4-405</a:t>
            </a:r>
            <a:endParaRPr sz="1800" dirty="0"/>
          </a:p>
        </p:txBody>
      </p:sp>
      <p:sp>
        <p:nvSpPr>
          <p:cNvPr id="20" name="Shape 32"/>
          <p:cNvSpPr txBox="1"/>
          <p:nvPr/>
        </p:nvSpPr>
        <p:spPr>
          <a:xfrm>
            <a:off x="10965051" y="4137317"/>
            <a:ext cx="891767" cy="38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4-407</a:t>
            </a:r>
            <a:endParaRPr sz="1800"/>
          </a:p>
        </p:txBody>
      </p:sp>
      <p:sp>
        <p:nvSpPr>
          <p:cNvPr id="21" name="Shape 33"/>
          <p:cNvSpPr txBox="1"/>
          <p:nvPr/>
        </p:nvSpPr>
        <p:spPr>
          <a:xfrm>
            <a:off x="10953000" y="2630955"/>
            <a:ext cx="927920" cy="38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4-406</a:t>
            </a:r>
            <a:endParaRPr sz="1800"/>
          </a:p>
        </p:txBody>
      </p:sp>
      <p:sp>
        <p:nvSpPr>
          <p:cNvPr id="22" name="Shape 34"/>
          <p:cNvSpPr txBox="1"/>
          <p:nvPr/>
        </p:nvSpPr>
        <p:spPr>
          <a:xfrm>
            <a:off x="9996961" y="4386369"/>
            <a:ext cx="843563" cy="38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4-408</a:t>
            </a:r>
            <a:endParaRPr sz="1800"/>
          </a:p>
        </p:txBody>
      </p:sp>
      <p:sp>
        <p:nvSpPr>
          <p:cNvPr id="23" name="Shape 35"/>
          <p:cNvSpPr txBox="1"/>
          <p:nvPr/>
        </p:nvSpPr>
        <p:spPr>
          <a:xfrm>
            <a:off x="9120566" y="4389058"/>
            <a:ext cx="795360" cy="38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4-409</a:t>
            </a:r>
            <a:endParaRPr sz="1800" dirty="0"/>
          </a:p>
        </p:txBody>
      </p:sp>
      <p:sp>
        <p:nvSpPr>
          <p:cNvPr id="24" name="Shape 36"/>
          <p:cNvSpPr txBox="1"/>
          <p:nvPr/>
        </p:nvSpPr>
        <p:spPr>
          <a:xfrm>
            <a:off x="1472954" y="4108716"/>
            <a:ext cx="903818" cy="38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4-401</a:t>
            </a:r>
            <a:endParaRPr sz="1800" dirty="0"/>
          </a:p>
        </p:txBody>
      </p:sp>
      <p:sp>
        <p:nvSpPr>
          <p:cNvPr id="25" name="Shape 37"/>
          <p:cNvSpPr txBox="1"/>
          <p:nvPr/>
        </p:nvSpPr>
        <p:spPr>
          <a:xfrm>
            <a:off x="263494" y="4831770"/>
            <a:ext cx="879716" cy="38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4-402</a:t>
            </a:r>
            <a:endParaRPr sz="1800"/>
          </a:p>
        </p:txBody>
      </p:sp>
      <p:sp>
        <p:nvSpPr>
          <p:cNvPr id="29" name="Shape 38"/>
          <p:cNvSpPr txBox="1"/>
          <p:nvPr/>
        </p:nvSpPr>
        <p:spPr>
          <a:xfrm>
            <a:off x="10743578" y="750893"/>
            <a:ext cx="1804291" cy="75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AB4 - TF</a:t>
            </a:r>
            <a:endParaRPr sz="3600" b="1" dirty="0"/>
          </a:p>
        </p:txBody>
      </p:sp>
      <p:sp>
        <p:nvSpPr>
          <p:cNvPr id="30" name="Rectangle 29"/>
          <p:cNvSpPr/>
          <p:nvPr/>
        </p:nvSpPr>
        <p:spPr>
          <a:xfrm>
            <a:off x="253730" y="2643006"/>
            <a:ext cx="11954023" cy="3169386"/>
          </a:xfrm>
          <a:prstGeom prst="rect">
            <a:avLst/>
          </a:prstGeom>
          <a:solidFill>
            <a:srgbClr val="00FFFF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Chem (9F, 41S)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268581" y="451175"/>
            <a:ext cx="1709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US" sz="3600" dirty="0"/>
              <a:t>AB5- GF</a:t>
            </a:r>
            <a:endParaRPr lang="en-IN" sz="3600" dirty="0"/>
          </a:p>
        </p:txBody>
      </p:sp>
      <p:grpSp>
        <p:nvGrpSpPr>
          <p:cNvPr id="2" name="Group 1"/>
          <p:cNvGrpSpPr>
            <a:grpSpLocks noChangeAspect="1"/>
          </p:cNvGrpSpPr>
          <p:nvPr/>
        </p:nvGrpSpPr>
        <p:grpSpPr>
          <a:xfrm>
            <a:off x="615436" y="1011445"/>
            <a:ext cx="11148504" cy="7754365"/>
            <a:chOff x="-374072" y="88323"/>
            <a:chExt cx="13549745" cy="9424554"/>
          </a:xfrm>
        </p:grpSpPr>
        <p:sp>
          <p:nvSpPr>
            <p:cNvPr id="4" name="Shape 180">
              <a:hlinkClick r:id="rId2"/>
            </p:cNvPr>
            <p:cNvSpPr/>
            <p:nvPr/>
          </p:nvSpPr>
          <p:spPr>
            <a:xfrm>
              <a:off x="7697932" y="7207827"/>
              <a:ext cx="2400300" cy="2305050"/>
            </a:xfrm>
            <a:custGeom>
              <a:avLst/>
              <a:gdLst/>
              <a:ahLst/>
              <a:cxnLst/>
              <a:rect l="l" t="t" r="r" b="b"/>
              <a:pathLst>
                <a:path w="2476500" h="2360083" extrusionOk="0">
                  <a:moveTo>
                    <a:pt x="0" y="10584"/>
                  </a:moveTo>
                  <a:lnTo>
                    <a:pt x="2116667" y="0"/>
                  </a:lnTo>
                  <a:lnTo>
                    <a:pt x="2116667" y="508002"/>
                  </a:lnTo>
                  <a:lnTo>
                    <a:pt x="2465917" y="486834"/>
                  </a:lnTo>
                  <a:cubicBezTo>
                    <a:pt x="2469445" y="1111250"/>
                    <a:pt x="2472972" y="1735667"/>
                    <a:pt x="2476500" y="2360083"/>
                  </a:cubicBezTo>
                  <a:lnTo>
                    <a:pt x="0" y="2360083"/>
                  </a:lnTo>
                  <a:lnTo>
                    <a:pt x="0" y="10584"/>
                  </a:lnTo>
                  <a:close/>
                </a:path>
              </a:pathLst>
            </a:custGeom>
            <a:solidFill>
              <a:srgbClr val="EBF1DE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>
                  <a:srgbClr val="000000"/>
                </a:buClr>
                <a:buSzPts val="1200"/>
              </a:pPr>
              <a:r>
                <a:rPr lang="en-US" sz="1800" b="1" dirty="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Super</a:t>
              </a:r>
              <a:r>
                <a:rPr lang="en-US" sz="14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800" b="1" dirty="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Computing Facility</a:t>
              </a:r>
            </a:p>
            <a:p>
              <a:pPr algn="ctr">
                <a:buClr>
                  <a:srgbClr val="000000"/>
                </a:buClr>
                <a:buSzPts val="1200"/>
              </a:pPr>
              <a:r>
                <a:rPr lang="en-US" sz="1800" b="1" dirty="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109</a:t>
              </a:r>
              <a:endParaRPr sz="1800" b="1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6" name="Shape 181"/>
            <p:cNvSpPr txBox="1"/>
            <p:nvPr/>
          </p:nvSpPr>
          <p:spPr>
            <a:xfrm>
              <a:off x="7697933" y="7236400"/>
              <a:ext cx="1087578" cy="712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>
                  <a:schemeClr val="dk1"/>
                </a:buClr>
                <a:buSzPts val="1400"/>
              </a:pPr>
              <a:r>
                <a:rPr lang="en-US" sz="105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5-109</a:t>
              </a:r>
              <a:endParaRPr sz="1050" dirty="0"/>
            </a:p>
          </p:txBody>
        </p:sp>
        <p:sp>
          <p:nvSpPr>
            <p:cNvPr id="7" name="Shape 182">
              <a:hlinkClick r:id="rId3"/>
            </p:cNvPr>
            <p:cNvSpPr/>
            <p:nvPr/>
          </p:nvSpPr>
          <p:spPr>
            <a:xfrm>
              <a:off x="5693353" y="7217352"/>
              <a:ext cx="2047875" cy="2295525"/>
            </a:xfrm>
            <a:prstGeom prst="rect">
              <a:avLst/>
            </a:prstGeom>
            <a:solidFill>
              <a:srgbClr val="F2F2F2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>
                  <a:srgbClr val="000000"/>
                </a:buClr>
                <a:buSzPts val="1200"/>
              </a:pPr>
              <a:r>
                <a:rPr lang="en-US" sz="18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CE</a:t>
              </a:r>
              <a:endParaRPr sz="1800" b="1" dirty="0"/>
            </a:p>
          </p:txBody>
        </p:sp>
        <p:sp>
          <p:nvSpPr>
            <p:cNvPr id="8" name="Shape 183"/>
            <p:cNvSpPr txBox="1"/>
            <p:nvPr/>
          </p:nvSpPr>
          <p:spPr>
            <a:xfrm>
              <a:off x="5695085" y="7226875"/>
              <a:ext cx="957695" cy="722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>
                  <a:schemeClr val="dk1"/>
                </a:buClr>
                <a:buSzPts val="1400"/>
              </a:pPr>
              <a:r>
                <a:rPr lang="en-US" sz="105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5-110</a:t>
              </a:r>
              <a:endParaRPr sz="1050" dirty="0"/>
            </a:p>
          </p:txBody>
        </p:sp>
        <p:sp>
          <p:nvSpPr>
            <p:cNvPr id="9" name="Shape 184">
              <a:hlinkClick r:id="rId4"/>
            </p:cNvPr>
            <p:cNvSpPr/>
            <p:nvPr/>
          </p:nvSpPr>
          <p:spPr>
            <a:xfrm>
              <a:off x="2854037" y="7217352"/>
              <a:ext cx="2857500" cy="2295525"/>
            </a:xfrm>
            <a:prstGeom prst="rect">
              <a:avLst/>
            </a:prstGeom>
            <a:solidFill>
              <a:srgbClr val="EBF1DE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>
                  <a:srgbClr val="000000"/>
                </a:buClr>
                <a:buSzPts val="1200"/>
              </a:pPr>
              <a:r>
                <a:rPr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Chemical Engineering lab</a:t>
              </a:r>
            </a:p>
            <a:p>
              <a:pPr algn="ctr">
                <a:buClr>
                  <a:srgbClr val="000000"/>
                </a:buClr>
                <a:buSzPts val="1200"/>
              </a:pPr>
              <a:r>
                <a:rPr lang="en-US" sz="90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134</a:t>
              </a:r>
              <a:endParaRPr sz="1050" dirty="0"/>
            </a:p>
          </p:txBody>
        </p:sp>
        <p:sp>
          <p:nvSpPr>
            <p:cNvPr id="10" name="Shape 185"/>
            <p:cNvSpPr txBox="1"/>
            <p:nvPr/>
          </p:nvSpPr>
          <p:spPr>
            <a:xfrm>
              <a:off x="2854036" y="7217350"/>
              <a:ext cx="979343" cy="7316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>
                  <a:schemeClr val="dk1"/>
                </a:buClr>
                <a:buSzPts val="1400"/>
              </a:pPr>
              <a:r>
                <a:rPr lang="en-US" sz="105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5-111</a:t>
              </a:r>
              <a:endParaRPr sz="1050" dirty="0"/>
            </a:p>
          </p:txBody>
        </p:sp>
        <p:sp>
          <p:nvSpPr>
            <p:cNvPr id="11" name="Shape 186">
              <a:hlinkClick r:id="rId5"/>
            </p:cNvPr>
            <p:cNvSpPr/>
            <p:nvPr/>
          </p:nvSpPr>
          <p:spPr>
            <a:xfrm>
              <a:off x="-374072" y="7207827"/>
              <a:ext cx="3248025" cy="2295525"/>
            </a:xfrm>
            <a:custGeom>
              <a:avLst/>
              <a:gdLst/>
              <a:ahLst/>
              <a:cxnLst/>
              <a:rect l="l" t="t" r="r" b="b"/>
              <a:pathLst>
                <a:path w="3380618" h="2346472" extrusionOk="0">
                  <a:moveTo>
                    <a:pt x="412750" y="624418"/>
                  </a:moveTo>
                  <a:lnTo>
                    <a:pt x="412750" y="0"/>
                  </a:lnTo>
                  <a:lnTo>
                    <a:pt x="3380618" y="0"/>
                  </a:lnTo>
                  <a:lnTo>
                    <a:pt x="3380618" y="2346472"/>
                  </a:lnTo>
                  <a:lnTo>
                    <a:pt x="21166" y="2346472"/>
                  </a:lnTo>
                  <a:lnTo>
                    <a:pt x="0" y="635000"/>
                  </a:lnTo>
                  <a:lnTo>
                    <a:pt x="412750" y="624418"/>
                  </a:lnTo>
                  <a:close/>
                </a:path>
              </a:pathLst>
            </a:custGeom>
            <a:solidFill>
              <a:srgbClr val="EBF1DE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>
                  <a:srgbClr val="000000"/>
                </a:buClr>
                <a:buSzPts val="1200"/>
              </a:pPr>
              <a:r>
                <a:rPr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Chemical Engineering lab</a:t>
              </a:r>
            </a:p>
            <a:p>
              <a:pPr algn="ctr">
                <a:buClr>
                  <a:srgbClr val="000000"/>
                </a:buClr>
                <a:buSzPts val="1200"/>
              </a:pPr>
              <a:r>
                <a:rPr lang="en-US" sz="90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147</a:t>
              </a:r>
              <a:endParaRPr sz="1050" dirty="0"/>
            </a:p>
          </p:txBody>
        </p:sp>
        <p:sp>
          <p:nvSpPr>
            <p:cNvPr id="12" name="Shape 187"/>
            <p:cNvSpPr txBox="1"/>
            <p:nvPr/>
          </p:nvSpPr>
          <p:spPr>
            <a:xfrm>
              <a:off x="43297" y="7245925"/>
              <a:ext cx="1002720" cy="7316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>
                  <a:schemeClr val="dk1"/>
                </a:buClr>
                <a:buSzPts val="1400"/>
              </a:pPr>
              <a:r>
                <a:rPr lang="en-US" sz="105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5-112</a:t>
              </a:r>
              <a:endParaRPr sz="1050" dirty="0"/>
            </a:p>
          </p:txBody>
        </p:sp>
        <p:sp>
          <p:nvSpPr>
            <p:cNvPr id="14" name="Shape 389">
              <a:hlinkClick r:id="rId6"/>
            </p:cNvPr>
            <p:cNvSpPr/>
            <p:nvPr/>
          </p:nvSpPr>
          <p:spPr>
            <a:xfrm>
              <a:off x="2684319" y="88323"/>
              <a:ext cx="3028950" cy="1800225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>
                  <a:srgbClr val="000000"/>
                </a:buClr>
                <a:buSzPts val="1200"/>
              </a:pPr>
              <a:r>
                <a:rPr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 Room</a:t>
              </a:r>
            </a:p>
            <a:p>
              <a:pPr algn="ctr">
                <a:buClr>
                  <a:srgbClr val="000000"/>
                </a:buClr>
                <a:buSzPts val="1200"/>
              </a:pPr>
              <a:r>
                <a:rPr lang="en-US" sz="90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112</a:t>
              </a:r>
              <a:endParaRPr sz="1050" dirty="0"/>
            </a:p>
          </p:txBody>
        </p:sp>
        <p:sp>
          <p:nvSpPr>
            <p:cNvPr id="15" name="Shape 390"/>
            <p:cNvSpPr txBox="1"/>
            <p:nvPr/>
          </p:nvSpPr>
          <p:spPr>
            <a:xfrm>
              <a:off x="2693841" y="116897"/>
              <a:ext cx="1361211" cy="801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>
                  <a:schemeClr val="dk1"/>
                </a:buClr>
                <a:buSzPts val="1400"/>
              </a:pPr>
              <a:r>
                <a:rPr lang="en-US"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5-102</a:t>
              </a:r>
              <a:endParaRPr sz="1050" dirty="0"/>
            </a:p>
          </p:txBody>
        </p:sp>
        <p:sp>
          <p:nvSpPr>
            <p:cNvPr id="16" name="Shape 391">
              <a:hlinkClick r:id="rId7"/>
            </p:cNvPr>
            <p:cNvSpPr/>
            <p:nvPr/>
          </p:nvSpPr>
          <p:spPr>
            <a:xfrm>
              <a:off x="-326447" y="88323"/>
              <a:ext cx="4381500" cy="4552950"/>
            </a:xfrm>
            <a:custGeom>
              <a:avLst/>
              <a:gdLst/>
              <a:ahLst/>
              <a:cxnLst/>
              <a:rect l="l" t="t" r="r" b="b"/>
              <a:pathLst>
                <a:path w="4572000" h="4720167" extrusionOk="0">
                  <a:moveTo>
                    <a:pt x="0" y="0"/>
                  </a:moveTo>
                  <a:lnTo>
                    <a:pt x="10584" y="2413000"/>
                  </a:lnTo>
                  <a:lnTo>
                    <a:pt x="381000" y="2413000"/>
                  </a:lnTo>
                  <a:lnTo>
                    <a:pt x="359834" y="4709584"/>
                  </a:lnTo>
                  <a:lnTo>
                    <a:pt x="4191000" y="4720167"/>
                  </a:lnTo>
                  <a:lnTo>
                    <a:pt x="4191000" y="2402417"/>
                  </a:lnTo>
                  <a:lnTo>
                    <a:pt x="4572000" y="2402417"/>
                  </a:lnTo>
                  <a:lnTo>
                    <a:pt x="4572000" y="1852084"/>
                  </a:lnTo>
                  <a:lnTo>
                    <a:pt x="3111500" y="1852084"/>
                  </a:lnTo>
                  <a:lnTo>
                    <a:pt x="3111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>
                  <a:srgbClr val="000000"/>
                </a:buClr>
                <a:buSzPts val="1200"/>
              </a:pPr>
              <a:r>
                <a:rPr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Common Seating Space</a:t>
              </a:r>
            </a:p>
            <a:p>
              <a:pPr algn="ctr">
                <a:buClr>
                  <a:srgbClr val="000000"/>
                </a:buClr>
                <a:buSzPts val="1200"/>
              </a:pPr>
              <a:r>
                <a:rPr lang="en-US" sz="90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236</a:t>
              </a:r>
              <a:endParaRPr sz="1050" dirty="0"/>
            </a:p>
          </p:txBody>
        </p:sp>
        <p:sp>
          <p:nvSpPr>
            <p:cNvPr id="17" name="Shape 392"/>
            <p:cNvSpPr txBox="1"/>
            <p:nvPr/>
          </p:nvSpPr>
          <p:spPr>
            <a:xfrm>
              <a:off x="-250249" y="193097"/>
              <a:ext cx="1296265" cy="9048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>
                  <a:schemeClr val="dk1"/>
                </a:buClr>
                <a:buSzPts val="1400"/>
              </a:pPr>
              <a:r>
                <a:rPr lang="en-US"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5-101</a:t>
              </a:r>
              <a:endParaRPr sz="1400" dirty="0"/>
            </a:p>
          </p:txBody>
        </p:sp>
        <p:sp>
          <p:nvSpPr>
            <p:cNvPr id="18" name="Shape 393">
              <a:hlinkClick r:id="rId8"/>
            </p:cNvPr>
            <p:cNvSpPr/>
            <p:nvPr/>
          </p:nvSpPr>
          <p:spPr>
            <a:xfrm>
              <a:off x="-307397" y="4368511"/>
              <a:ext cx="3190875" cy="2266950"/>
            </a:xfrm>
            <a:prstGeom prst="rect">
              <a:avLst/>
            </a:prstGeom>
            <a:solidFill>
              <a:srgbClr val="EBF1DE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>
                  <a:srgbClr val="000000"/>
                </a:buClr>
                <a:buSzPts val="1200"/>
              </a:pPr>
              <a:r>
                <a:rPr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Central intstrument Facility</a:t>
              </a:r>
            </a:p>
            <a:p>
              <a:pPr algn="ctr">
                <a:buClr>
                  <a:srgbClr val="000000"/>
                </a:buClr>
                <a:buSzPts val="1200"/>
              </a:pPr>
              <a:r>
                <a:rPr lang="en-US" sz="1050"/>
                <a:t>237</a:t>
              </a:r>
              <a:endParaRPr sz="1050" dirty="0"/>
            </a:p>
          </p:txBody>
        </p:sp>
        <p:sp>
          <p:nvSpPr>
            <p:cNvPr id="19" name="Shape 394"/>
            <p:cNvSpPr txBox="1"/>
            <p:nvPr/>
          </p:nvSpPr>
          <p:spPr>
            <a:xfrm>
              <a:off x="-326446" y="4406611"/>
              <a:ext cx="1036491" cy="639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>
                  <a:schemeClr val="dk1"/>
                </a:buClr>
                <a:buSzPts val="1400"/>
              </a:pPr>
              <a:r>
                <a:rPr lang="en-US" sz="105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5-103</a:t>
              </a:r>
              <a:endParaRPr sz="1050" dirty="0"/>
            </a:p>
          </p:txBody>
        </p:sp>
        <p:sp>
          <p:nvSpPr>
            <p:cNvPr id="20" name="Shape 395">
              <a:hlinkClick r:id="rId9"/>
            </p:cNvPr>
            <p:cNvSpPr/>
            <p:nvPr/>
          </p:nvSpPr>
          <p:spPr>
            <a:xfrm>
              <a:off x="2854037" y="4389293"/>
              <a:ext cx="2857500" cy="2257424"/>
            </a:xfrm>
            <a:prstGeom prst="rect">
              <a:avLst/>
            </a:prstGeom>
            <a:solidFill>
              <a:srgbClr val="EBF1DE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>
                  <a:srgbClr val="000000"/>
                </a:buClr>
                <a:buSzPts val="1200"/>
              </a:pPr>
              <a:r>
                <a:rPr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Geotech lab</a:t>
              </a:r>
            </a:p>
            <a:p>
              <a:pPr algn="ctr">
                <a:buClr>
                  <a:srgbClr val="000000"/>
                </a:buClr>
                <a:buSzPts val="1200"/>
              </a:pPr>
              <a:r>
                <a:rPr lang="en-US" sz="90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133</a:t>
              </a:r>
              <a:endParaRPr sz="1050" dirty="0"/>
            </a:p>
          </p:txBody>
        </p:sp>
        <p:sp>
          <p:nvSpPr>
            <p:cNvPr id="21" name="Shape 396"/>
            <p:cNvSpPr txBox="1"/>
            <p:nvPr/>
          </p:nvSpPr>
          <p:spPr>
            <a:xfrm>
              <a:off x="2844511" y="4417868"/>
              <a:ext cx="988867" cy="5533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>
                  <a:schemeClr val="dk1"/>
                </a:buClr>
                <a:buSzPts val="1400"/>
              </a:pPr>
              <a:r>
                <a:rPr lang="en-US" sz="105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5-104</a:t>
              </a:r>
              <a:endParaRPr sz="1050" dirty="0"/>
            </a:p>
          </p:txBody>
        </p:sp>
        <p:sp>
          <p:nvSpPr>
            <p:cNvPr id="22" name="Shape 397">
              <a:hlinkClick r:id="rId10"/>
            </p:cNvPr>
            <p:cNvSpPr/>
            <p:nvPr/>
          </p:nvSpPr>
          <p:spPr>
            <a:xfrm>
              <a:off x="5713269" y="4389294"/>
              <a:ext cx="1982032" cy="2257424"/>
            </a:xfrm>
            <a:prstGeom prst="rect">
              <a:avLst/>
            </a:prstGeom>
            <a:solidFill>
              <a:srgbClr val="F2F2F2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>
                  <a:srgbClr val="000000"/>
                </a:buClr>
                <a:buSzPts val="1200"/>
              </a:pPr>
              <a:r>
                <a:rPr lang="en-US" sz="18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ISTF</a:t>
              </a:r>
            </a:p>
            <a:p>
              <a:pPr algn="ctr">
                <a:buClr>
                  <a:srgbClr val="000000"/>
                </a:buClr>
                <a:buSzPts val="1200"/>
              </a:pPr>
              <a:r>
                <a:rPr lang="en-US" sz="1800" b="1" dirty="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92</a:t>
              </a:r>
              <a:endParaRPr sz="1800" b="1" dirty="0"/>
            </a:p>
          </p:txBody>
        </p:sp>
        <p:sp>
          <p:nvSpPr>
            <p:cNvPr id="23" name="Shape 398"/>
            <p:cNvSpPr txBox="1"/>
            <p:nvPr/>
          </p:nvSpPr>
          <p:spPr>
            <a:xfrm>
              <a:off x="5704610" y="4417868"/>
              <a:ext cx="1010513" cy="6286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>
                  <a:schemeClr val="dk1"/>
                </a:buClr>
                <a:buSzPts val="1400"/>
              </a:pPr>
              <a:r>
                <a:rPr lang="en-US" sz="105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5-105</a:t>
              </a:r>
              <a:endParaRPr sz="1050" dirty="0"/>
            </a:p>
          </p:txBody>
        </p:sp>
        <p:sp>
          <p:nvSpPr>
            <p:cNvPr id="24" name="Shape 399">
              <a:hlinkClick r:id="rId11"/>
            </p:cNvPr>
            <p:cNvSpPr/>
            <p:nvPr/>
          </p:nvSpPr>
          <p:spPr>
            <a:xfrm>
              <a:off x="7707457" y="4389293"/>
              <a:ext cx="2419350" cy="2257425"/>
            </a:xfrm>
            <a:prstGeom prst="rect">
              <a:avLst/>
            </a:prstGeom>
            <a:solidFill>
              <a:srgbClr val="EBF1DE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>
                  <a:srgbClr val="000000"/>
                </a:buClr>
                <a:buSzPts val="1200"/>
              </a:pPr>
              <a:r>
                <a:rPr lang="en-US" sz="1800" b="1" dirty="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IMS</a:t>
              </a:r>
              <a:br>
                <a:rPr lang="en-US" sz="1800" b="1" dirty="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</a:br>
              <a:r>
                <a:rPr lang="en-US" sz="1800" b="1" dirty="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110</a:t>
              </a:r>
              <a:endParaRPr sz="1800" b="1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25" name="Shape 400"/>
            <p:cNvSpPr txBox="1"/>
            <p:nvPr/>
          </p:nvSpPr>
          <p:spPr>
            <a:xfrm>
              <a:off x="7707457" y="4397085"/>
              <a:ext cx="1259033" cy="628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>
                  <a:schemeClr val="dk1"/>
                </a:buClr>
                <a:buSzPts val="1400"/>
              </a:pPr>
              <a:r>
                <a:rPr lang="en-US" sz="105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5-106</a:t>
              </a:r>
              <a:endParaRPr sz="1050" dirty="0"/>
            </a:p>
          </p:txBody>
        </p:sp>
        <p:sp>
          <p:nvSpPr>
            <p:cNvPr id="26" name="Shape 401"/>
            <p:cNvSpPr/>
            <p:nvPr/>
          </p:nvSpPr>
          <p:spPr>
            <a:xfrm>
              <a:off x="10518198" y="3551959"/>
              <a:ext cx="2657475" cy="857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ts val="1100"/>
              </a:pPr>
              <a:endParaRPr sz="825"/>
            </a:p>
          </p:txBody>
        </p:sp>
        <p:sp>
          <p:nvSpPr>
            <p:cNvPr id="27" name="Shape 402"/>
            <p:cNvSpPr/>
            <p:nvPr/>
          </p:nvSpPr>
          <p:spPr>
            <a:xfrm>
              <a:off x="10661073" y="4349461"/>
              <a:ext cx="2419350" cy="2914650"/>
            </a:xfrm>
            <a:custGeom>
              <a:avLst/>
              <a:gdLst/>
              <a:ahLst/>
              <a:cxnLst/>
              <a:rect l="l" t="t" r="r" b="b"/>
              <a:pathLst>
                <a:path w="2529417" h="3048000" extrusionOk="0">
                  <a:moveTo>
                    <a:pt x="0" y="2381250"/>
                  </a:moveTo>
                  <a:lnTo>
                    <a:pt x="381000" y="2381250"/>
                  </a:lnTo>
                  <a:lnTo>
                    <a:pt x="391584" y="3037417"/>
                  </a:lnTo>
                  <a:lnTo>
                    <a:pt x="2137834" y="3048000"/>
                  </a:lnTo>
                  <a:lnTo>
                    <a:pt x="2127250" y="2381250"/>
                  </a:lnTo>
                  <a:lnTo>
                    <a:pt x="2529417" y="2391834"/>
                  </a:lnTo>
                  <a:cubicBezTo>
                    <a:pt x="2525889" y="1594556"/>
                    <a:pt x="2522362" y="797278"/>
                    <a:pt x="2518834" y="0"/>
                  </a:cubicBezTo>
                </a:path>
              </a:pathLst>
            </a:cu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ts val="1100"/>
              </a:pPr>
              <a:endParaRPr sz="825"/>
            </a:p>
          </p:txBody>
        </p:sp>
        <p:sp>
          <p:nvSpPr>
            <p:cNvPr id="28" name="Shape 403">
              <a:hlinkClick r:id="rId12"/>
            </p:cNvPr>
            <p:cNvSpPr/>
            <p:nvPr/>
          </p:nvSpPr>
          <p:spPr>
            <a:xfrm>
              <a:off x="10622973" y="2800350"/>
              <a:ext cx="2447925" cy="4562475"/>
            </a:xfrm>
            <a:custGeom>
              <a:avLst/>
              <a:gdLst/>
              <a:ahLst/>
              <a:cxnLst/>
              <a:rect l="l" t="t" r="r" b="b"/>
              <a:pathLst>
                <a:path w="2518833" h="4730750" extrusionOk="0">
                  <a:moveTo>
                    <a:pt x="0" y="4053417"/>
                  </a:moveTo>
                  <a:lnTo>
                    <a:pt x="381000" y="4053417"/>
                  </a:lnTo>
                  <a:lnTo>
                    <a:pt x="391583" y="4720167"/>
                  </a:lnTo>
                  <a:lnTo>
                    <a:pt x="2148417" y="4730750"/>
                  </a:lnTo>
                  <a:lnTo>
                    <a:pt x="2148417" y="4064000"/>
                  </a:lnTo>
                  <a:lnTo>
                    <a:pt x="2518833" y="4064000"/>
                  </a:lnTo>
                  <a:cubicBezTo>
                    <a:pt x="2515305" y="3287889"/>
                    <a:pt x="2511778" y="2511778"/>
                    <a:pt x="2508250" y="1735667"/>
                  </a:cubicBezTo>
                  <a:lnTo>
                    <a:pt x="2106083" y="1735667"/>
                  </a:lnTo>
                  <a:lnTo>
                    <a:pt x="2106083" y="0"/>
                  </a:lnTo>
                  <a:lnTo>
                    <a:pt x="306917" y="1735667"/>
                  </a:lnTo>
                  <a:lnTo>
                    <a:pt x="0" y="1735667"/>
                  </a:lnTo>
                  <a:cubicBezTo>
                    <a:pt x="3528" y="2515306"/>
                    <a:pt x="7055" y="3294944"/>
                    <a:pt x="0" y="4053417"/>
                  </a:cubicBezTo>
                  <a:close/>
                </a:path>
              </a:pathLst>
            </a:custGeom>
            <a:solidFill>
              <a:srgbClr val="EBF1DE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>
                  <a:srgbClr val="000000"/>
                </a:buClr>
                <a:buSzPts val="1200"/>
              </a:pPr>
              <a:r>
                <a:rPr lang="en-US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Colloidal engg lab</a:t>
              </a:r>
            </a:p>
            <a:p>
              <a:pPr algn="ctr">
                <a:buClr>
                  <a:srgbClr val="000000"/>
                </a:buClr>
                <a:buSzPts val="1200"/>
              </a:pPr>
              <a:r>
                <a:rPr lang="en-US" sz="90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164</a:t>
              </a:r>
              <a:endParaRPr sz="1050" dirty="0"/>
            </a:p>
          </p:txBody>
        </p:sp>
        <p:sp>
          <p:nvSpPr>
            <p:cNvPr id="29" name="Shape 404"/>
            <p:cNvSpPr txBox="1"/>
            <p:nvPr/>
          </p:nvSpPr>
          <p:spPr>
            <a:xfrm>
              <a:off x="11592788" y="3964998"/>
              <a:ext cx="1078924" cy="6762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>
                  <a:schemeClr val="dk1"/>
                </a:buClr>
                <a:buSzPts val="1400"/>
              </a:pPr>
              <a:r>
                <a:rPr lang="en-US" sz="105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5-107</a:t>
              </a:r>
              <a:endParaRPr sz="1050" dirty="0"/>
            </a:p>
          </p:txBody>
        </p:sp>
        <p:sp>
          <p:nvSpPr>
            <p:cNvPr id="30" name="Shape 407">
              <a:hlinkClick r:id="rId13"/>
            </p:cNvPr>
            <p:cNvSpPr/>
            <p:nvPr/>
          </p:nvSpPr>
          <p:spPr>
            <a:xfrm>
              <a:off x="10632498" y="7072745"/>
              <a:ext cx="2457450" cy="2409825"/>
            </a:xfrm>
            <a:custGeom>
              <a:avLst/>
              <a:gdLst/>
              <a:ahLst/>
              <a:cxnLst/>
              <a:rect l="l" t="t" r="r" b="b"/>
              <a:pathLst>
                <a:path w="2529417" h="2476500" extrusionOk="0">
                  <a:moveTo>
                    <a:pt x="10584" y="2476500"/>
                  </a:moveTo>
                  <a:lnTo>
                    <a:pt x="2529417" y="2455333"/>
                  </a:lnTo>
                  <a:cubicBezTo>
                    <a:pt x="2525889" y="1855611"/>
                    <a:pt x="2522362" y="1255889"/>
                    <a:pt x="2518834" y="656167"/>
                  </a:cubicBezTo>
                  <a:lnTo>
                    <a:pt x="2127250" y="645583"/>
                  </a:lnTo>
                  <a:lnTo>
                    <a:pt x="2116667" y="21167"/>
                  </a:lnTo>
                  <a:lnTo>
                    <a:pt x="359834" y="0"/>
                  </a:lnTo>
                  <a:lnTo>
                    <a:pt x="359834" y="656167"/>
                  </a:lnTo>
                  <a:lnTo>
                    <a:pt x="0" y="645583"/>
                  </a:lnTo>
                  <a:lnTo>
                    <a:pt x="10584" y="2476500"/>
                  </a:lnTo>
                  <a:close/>
                </a:path>
              </a:pathLst>
            </a:custGeom>
            <a:solidFill>
              <a:srgbClr val="EBF1DE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>
                  <a:srgbClr val="000000"/>
                </a:buClr>
                <a:buSzPts val="1200"/>
              </a:pPr>
              <a:r>
                <a:rPr lang="en-US" sz="18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Super Computing Facility</a:t>
              </a:r>
            </a:p>
            <a:p>
              <a:pPr algn="ctr">
                <a:buClr>
                  <a:srgbClr val="000000"/>
                </a:buClr>
                <a:buSzPts val="1200"/>
              </a:pPr>
              <a:r>
                <a:rPr lang="en-US" sz="1800" b="1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108</a:t>
              </a:r>
              <a:endParaRPr sz="1800" b="1" dirty="0"/>
            </a:p>
          </p:txBody>
        </p:sp>
        <p:sp>
          <p:nvSpPr>
            <p:cNvPr id="31" name="Shape 408"/>
            <p:cNvSpPr txBox="1"/>
            <p:nvPr/>
          </p:nvSpPr>
          <p:spPr>
            <a:xfrm>
              <a:off x="11059391" y="7148944"/>
              <a:ext cx="1025239" cy="5983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>
                  <a:schemeClr val="dk1"/>
                </a:buClr>
                <a:buSzPts val="1400"/>
              </a:pPr>
              <a:r>
                <a:rPr lang="en-US" sz="105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5-108</a:t>
              </a:r>
              <a:endParaRPr sz="1050" dirty="0"/>
            </a:p>
          </p:txBody>
        </p:sp>
      </p:grpSp>
      <p:sp>
        <p:nvSpPr>
          <p:cNvPr id="39" name="Rectangle 38"/>
          <p:cNvSpPr/>
          <p:nvPr/>
        </p:nvSpPr>
        <p:spPr>
          <a:xfrm>
            <a:off x="640368" y="4526414"/>
            <a:ext cx="4973652" cy="1871906"/>
          </a:xfrm>
          <a:prstGeom prst="rect">
            <a:avLst/>
          </a:prstGeom>
          <a:solidFill>
            <a:srgbClr val="ED9121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CE </a:t>
            </a:r>
            <a:r>
              <a:rPr lang="en-US" sz="2000" b="1" dirty="0">
                <a:solidFill>
                  <a:schemeClr val="tx1"/>
                </a:solidFill>
              </a:rPr>
              <a:t>(1307)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370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15436" y="6859991"/>
            <a:ext cx="5007137" cy="1905819"/>
          </a:xfrm>
          <a:prstGeom prst="rect">
            <a:avLst/>
          </a:prstGeom>
          <a:solidFill>
            <a:srgbClr val="D7004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Chemical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(1034)</a:t>
            </a:r>
            <a:endParaRPr lang="en-US" sz="2800" b="1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281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619133" y="3242854"/>
            <a:ext cx="2206083" cy="3508193"/>
          </a:xfrm>
          <a:prstGeom prst="rect">
            <a:avLst/>
          </a:prstGeom>
          <a:solidFill>
            <a:srgbClr val="D7004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Chemical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30410" y="6864313"/>
            <a:ext cx="1669996" cy="1905819"/>
          </a:xfrm>
          <a:prstGeom prst="rect">
            <a:avLst/>
          </a:prstGeom>
          <a:solidFill>
            <a:srgbClr val="ED9121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Civil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92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40368" y="1011444"/>
            <a:ext cx="4997164" cy="3521668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Server Room &amp; Student Seating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188">
            <a:hlinkClick r:id="rId2"/>
          </p:cNvPr>
          <p:cNvSpPr/>
          <p:nvPr/>
        </p:nvSpPr>
        <p:spPr>
          <a:xfrm>
            <a:off x="2258378" y="1250679"/>
            <a:ext cx="2200275" cy="1304925"/>
          </a:xfrm>
          <a:prstGeom prst="rect">
            <a:avLst/>
          </a:prstGeom>
          <a:solidFill>
            <a:srgbClr val="DDD9C4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Seminar Room</a:t>
            </a:r>
            <a:endParaRPr sz="2000"/>
          </a:p>
        </p:txBody>
      </p:sp>
      <p:sp>
        <p:nvSpPr>
          <p:cNvPr id="28" name="Shape 189"/>
          <p:cNvSpPr txBox="1"/>
          <p:nvPr/>
        </p:nvSpPr>
        <p:spPr>
          <a:xfrm>
            <a:off x="2319951" y="1263827"/>
            <a:ext cx="544392" cy="29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6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5-202</a:t>
            </a:r>
            <a:endParaRPr dirty="0"/>
          </a:p>
        </p:txBody>
      </p:sp>
      <p:sp>
        <p:nvSpPr>
          <p:cNvPr id="29" name="Shape 190">
            <a:hlinkClick r:id="rId3"/>
          </p:cNvPr>
          <p:cNvSpPr/>
          <p:nvPr/>
        </p:nvSpPr>
        <p:spPr>
          <a:xfrm>
            <a:off x="4459402" y="1250679"/>
            <a:ext cx="2209800" cy="1304925"/>
          </a:xfrm>
          <a:prstGeom prst="rect">
            <a:avLst/>
          </a:prstGeom>
          <a:solidFill>
            <a:srgbClr val="DDD9C4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Seminar Room</a:t>
            </a:r>
            <a:endParaRPr sz="2000" dirty="0"/>
          </a:p>
        </p:txBody>
      </p:sp>
      <p:sp>
        <p:nvSpPr>
          <p:cNvPr id="30" name="Shape 191"/>
          <p:cNvSpPr txBox="1"/>
          <p:nvPr/>
        </p:nvSpPr>
        <p:spPr>
          <a:xfrm>
            <a:off x="4540117" y="1275818"/>
            <a:ext cx="552999" cy="24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5-203</a:t>
            </a:r>
            <a:endParaRPr sz="1600" dirty="0"/>
          </a:p>
        </p:txBody>
      </p:sp>
      <p:sp>
        <p:nvSpPr>
          <p:cNvPr id="41" name="Shape 369">
            <a:hlinkClick r:id="rId4"/>
          </p:cNvPr>
          <p:cNvSpPr/>
          <p:nvPr/>
        </p:nvSpPr>
        <p:spPr>
          <a:xfrm>
            <a:off x="256072" y="1231629"/>
            <a:ext cx="2009775" cy="1752600"/>
          </a:xfrm>
          <a:custGeom>
            <a:avLst/>
            <a:gdLst/>
            <a:ahLst/>
            <a:cxnLst/>
            <a:rect l="l" t="t" r="r" b="b"/>
            <a:pathLst>
              <a:path w="2038350" h="1781175" extrusionOk="0">
                <a:moveTo>
                  <a:pt x="1609725" y="1323975"/>
                </a:moveTo>
                <a:lnTo>
                  <a:pt x="2038350" y="1333500"/>
                </a:lnTo>
                <a:lnTo>
                  <a:pt x="2028825" y="19050"/>
                </a:lnTo>
                <a:lnTo>
                  <a:pt x="1019175" y="0"/>
                </a:lnTo>
                <a:lnTo>
                  <a:pt x="0" y="1028700"/>
                </a:lnTo>
                <a:lnTo>
                  <a:pt x="752475" y="1781175"/>
                </a:lnTo>
                <a:lnTo>
                  <a:pt x="1619250" y="1781175"/>
                </a:lnTo>
                <a:lnTo>
                  <a:pt x="1609725" y="1323975"/>
                </a:lnTo>
                <a:close/>
              </a:path>
            </a:pathLst>
          </a:custGeom>
          <a:solidFill>
            <a:srgbClr val="DDD9C4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2000" dirty="0"/>
              <a:t>Cog Sci</a:t>
            </a:r>
            <a:endParaRPr sz="2000" dirty="0"/>
          </a:p>
        </p:txBody>
      </p:sp>
      <p:sp>
        <p:nvSpPr>
          <p:cNvPr id="42" name="Shape 370"/>
          <p:cNvSpPr txBox="1"/>
          <p:nvPr/>
        </p:nvSpPr>
        <p:spPr>
          <a:xfrm>
            <a:off x="1260959" y="1262162"/>
            <a:ext cx="544631" cy="29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6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5-201</a:t>
            </a:r>
            <a:endParaRPr dirty="0"/>
          </a:p>
        </p:txBody>
      </p:sp>
      <p:sp>
        <p:nvSpPr>
          <p:cNvPr id="64" name="Shape 192">
            <a:hlinkClick r:id="rId5"/>
          </p:cNvPr>
          <p:cNvSpPr/>
          <p:nvPr/>
        </p:nvSpPr>
        <p:spPr>
          <a:xfrm>
            <a:off x="2467975" y="4065678"/>
            <a:ext cx="2743772" cy="1575425"/>
          </a:xfrm>
          <a:prstGeom prst="rect">
            <a:avLst/>
          </a:prstGeom>
          <a:solidFill>
            <a:srgbClr val="EBF1DE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r>
              <a:rPr lang="en-US" sz="1145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206</a:t>
            </a:r>
            <a:endParaRPr sz="1145" dirty="0"/>
          </a:p>
        </p:txBody>
      </p:sp>
      <p:sp>
        <p:nvSpPr>
          <p:cNvPr id="65" name="Shape 193"/>
          <p:cNvSpPr txBox="1"/>
          <p:nvPr/>
        </p:nvSpPr>
        <p:spPr>
          <a:xfrm>
            <a:off x="2539707" y="4084546"/>
            <a:ext cx="672493" cy="301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145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5-204</a:t>
            </a:r>
            <a:endParaRPr sz="1145" dirty="0"/>
          </a:p>
        </p:txBody>
      </p:sp>
      <p:sp>
        <p:nvSpPr>
          <p:cNvPr id="66" name="Shape 194">
            <a:hlinkClick r:id="rId6"/>
          </p:cNvPr>
          <p:cNvSpPr/>
          <p:nvPr/>
        </p:nvSpPr>
        <p:spPr>
          <a:xfrm>
            <a:off x="5168195" y="4065678"/>
            <a:ext cx="1389820" cy="1575425"/>
          </a:xfrm>
          <a:prstGeom prst="rect">
            <a:avLst/>
          </a:prstGeom>
          <a:solidFill>
            <a:srgbClr val="EBF1DE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r>
              <a:rPr lang="en-US" sz="1145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92</a:t>
            </a:r>
            <a:endParaRPr sz="1145" dirty="0"/>
          </a:p>
        </p:txBody>
      </p:sp>
      <p:sp>
        <p:nvSpPr>
          <p:cNvPr id="67" name="Shape 195"/>
          <p:cNvSpPr txBox="1"/>
          <p:nvPr/>
        </p:nvSpPr>
        <p:spPr>
          <a:xfrm>
            <a:off x="5150262" y="4069720"/>
            <a:ext cx="672493" cy="301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145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5-205</a:t>
            </a:r>
            <a:endParaRPr sz="1145"/>
          </a:p>
        </p:txBody>
      </p:sp>
      <p:sp>
        <p:nvSpPr>
          <p:cNvPr id="68" name="Shape 196">
            <a:hlinkClick r:id="rId7"/>
          </p:cNvPr>
          <p:cNvSpPr/>
          <p:nvPr/>
        </p:nvSpPr>
        <p:spPr>
          <a:xfrm>
            <a:off x="6524708" y="4065678"/>
            <a:ext cx="1416718" cy="1565992"/>
          </a:xfrm>
          <a:prstGeom prst="rect">
            <a:avLst/>
          </a:prstGeom>
          <a:solidFill>
            <a:srgbClr val="EBF1DE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r>
              <a:rPr lang="en-US" sz="1145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92</a:t>
            </a:r>
            <a:endParaRPr sz="1145" dirty="0"/>
          </a:p>
        </p:txBody>
      </p:sp>
      <p:sp>
        <p:nvSpPr>
          <p:cNvPr id="69" name="Shape 197"/>
          <p:cNvSpPr txBox="1"/>
          <p:nvPr/>
        </p:nvSpPr>
        <p:spPr>
          <a:xfrm>
            <a:off x="6529832" y="4041420"/>
            <a:ext cx="654560" cy="301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145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5-206</a:t>
            </a:r>
            <a:endParaRPr sz="1145"/>
          </a:p>
        </p:txBody>
      </p:sp>
      <p:sp>
        <p:nvSpPr>
          <p:cNvPr id="70" name="Shape 198">
            <a:hlinkClick r:id="rId8"/>
          </p:cNvPr>
          <p:cNvSpPr/>
          <p:nvPr/>
        </p:nvSpPr>
        <p:spPr>
          <a:xfrm>
            <a:off x="7868415" y="4065678"/>
            <a:ext cx="1649850" cy="1565992"/>
          </a:xfrm>
          <a:prstGeom prst="rect">
            <a:avLst/>
          </a:prstGeom>
          <a:solidFill>
            <a:srgbClr val="EBF1DE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r>
              <a:rPr lang="en-US" sz="1145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110</a:t>
            </a:r>
            <a:endParaRPr sz="1145" dirty="0"/>
          </a:p>
        </p:txBody>
      </p:sp>
      <p:sp>
        <p:nvSpPr>
          <p:cNvPr id="71" name="Shape 199"/>
          <p:cNvSpPr txBox="1"/>
          <p:nvPr/>
        </p:nvSpPr>
        <p:spPr>
          <a:xfrm>
            <a:off x="7859448" y="4031986"/>
            <a:ext cx="672493" cy="301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145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5-207</a:t>
            </a:r>
            <a:endParaRPr sz="1145"/>
          </a:p>
        </p:txBody>
      </p:sp>
      <p:sp>
        <p:nvSpPr>
          <p:cNvPr id="72" name="Shape 200">
            <a:hlinkClick r:id="rId9"/>
          </p:cNvPr>
          <p:cNvSpPr/>
          <p:nvPr/>
        </p:nvSpPr>
        <p:spPr>
          <a:xfrm>
            <a:off x="9802634" y="6363191"/>
            <a:ext cx="2178878" cy="1292415"/>
          </a:xfrm>
          <a:prstGeom prst="rect">
            <a:avLst/>
          </a:prstGeom>
          <a:solidFill>
            <a:srgbClr val="EBF1DE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r>
              <a:rPr lang="en-US" sz="1145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125</a:t>
            </a:r>
            <a:endParaRPr sz="1145" dirty="0"/>
          </a:p>
        </p:txBody>
      </p:sp>
      <p:sp>
        <p:nvSpPr>
          <p:cNvPr id="73" name="Shape 201"/>
          <p:cNvSpPr txBox="1"/>
          <p:nvPr/>
        </p:nvSpPr>
        <p:spPr>
          <a:xfrm>
            <a:off x="9838498" y="6399843"/>
            <a:ext cx="672493" cy="301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145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5-209</a:t>
            </a:r>
            <a:endParaRPr sz="1145"/>
          </a:p>
        </p:txBody>
      </p:sp>
      <p:sp>
        <p:nvSpPr>
          <p:cNvPr id="74" name="Shape 372"/>
          <p:cNvSpPr/>
          <p:nvPr/>
        </p:nvSpPr>
        <p:spPr>
          <a:xfrm>
            <a:off x="9825689" y="3412058"/>
            <a:ext cx="2196811" cy="70752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5304" tIns="32643" rIns="65304" bIns="32643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1100"/>
            </a:pPr>
            <a:endParaRPr sz="1145"/>
          </a:p>
        </p:txBody>
      </p:sp>
      <p:sp>
        <p:nvSpPr>
          <p:cNvPr id="75" name="Shape 373">
            <a:hlinkClick r:id="rId10"/>
          </p:cNvPr>
          <p:cNvSpPr/>
          <p:nvPr/>
        </p:nvSpPr>
        <p:spPr>
          <a:xfrm>
            <a:off x="9802634" y="2984229"/>
            <a:ext cx="2196811" cy="2642049"/>
          </a:xfrm>
          <a:custGeom>
            <a:avLst/>
            <a:gdLst/>
            <a:ahLst/>
            <a:cxnLst/>
            <a:rect l="l" t="t" r="r" b="b"/>
            <a:pathLst>
              <a:path w="2362200" h="2924175" extrusionOk="0">
                <a:moveTo>
                  <a:pt x="0" y="2924175"/>
                </a:moveTo>
                <a:lnTo>
                  <a:pt x="2362200" y="2924175"/>
                </a:lnTo>
                <a:lnTo>
                  <a:pt x="2352675" y="1200150"/>
                </a:lnTo>
                <a:lnTo>
                  <a:pt x="1495425" y="1209675"/>
                </a:lnTo>
                <a:lnTo>
                  <a:pt x="1485900" y="0"/>
                </a:lnTo>
                <a:lnTo>
                  <a:pt x="314325" y="1181100"/>
                </a:lnTo>
                <a:lnTo>
                  <a:pt x="0" y="1181100"/>
                </a:lnTo>
                <a:lnTo>
                  <a:pt x="0" y="2924175"/>
                </a:lnTo>
                <a:close/>
              </a:path>
            </a:pathLst>
          </a:custGeom>
          <a:solidFill>
            <a:srgbClr val="EBF1DE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endParaRPr lang="en-US" sz="1145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1200"/>
            </a:pPr>
            <a:endParaRPr lang="en-US" sz="1145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1200"/>
            </a:pPr>
            <a:endParaRPr lang="en-US" sz="1145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1200"/>
            </a:pPr>
            <a:endParaRPr lang="en-US" sz="1145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1200"/>
            </a:pPr>
            <a:endParaRPr lang="en-US" sz="1145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1200"/>
            </a:pPr>
            <a:r>
              <a:rPr lang="en-US" sz="1145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188</a:t>
            </a:r>
            <a:endParaRPr lang="en-US" sz="1145" dirty="0"/>
          </a:p>
        </p:txBody>
      </p:sp>
      <p:sp>
        <p:nvSpPr>
          <p:cNvPr id="76" name="Shape 374"/>
          <p:cNvSpPr txBox="1"/>
          <p:nvPr/>
        </p:nvSpPr>
        <p:spPr>
          <a:xfrm>
            <a:off x="9951859" y="4110150"/>
            <a:ext cx="672493" cy="301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145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5-208</a:t>
            </a:r>
            <a:endParaRPr sz="1145" dirty="0"/>
          </a:p>
        </p:txBody>
      </p:sp>
      <p:sp>
        <p:nvSpPr>
          <p:cNvPr id="77" name="Shape 377">
            <a:hlinkClick r:id="rId11"/>
          </p:cNvPr>
          <p:cNvSpPr/>
          <p:nvPr/>
        </p:nvSpPr>
        <p:spPr>
          <a:xfrm>
            <a:off x="7868415" y="6399843"/>
            <a:ext cx="1649850" cy="1226379"/>
          </a:xfrm>
          <a:prstGeom prst="rect">
            <a:avLst/>
          </a:prstGeom>
          <a:solidFill>
            <a:srgbClr val="EBF1DE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r>
              <a:rPr lang="en-US" sz="1145" dirty="0" err="1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Gopinadhan</a:t>
            </a:r>
            <a:r>
              <a:rPr lang="en-US" sz="1145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1145" dirty="0" err="1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Kalon</a:t>
            </a:r>
            <a:endParaRPr lang="en-US" sz="1145" dirty="0">
              <a:solidFill>
                <a:srgbClr val="000000"/>
              </a:solidFill>
              <a:latin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1200"/>
            </a:pPr>
            <a:r>
              <a:rPr lang="en-US" sz="1145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88</a:t>
            </a:r>
            <a:endParaRPr sz="1145" dirty="0"/>
          </a:p>
        </p:txBody>
      </p:sp>
      <p:sp>
        <p:nvSpPr>
          <p:cNvPr id="78" name="Shape 378">
            <a:hlinkClick r:id="rId12"/>
          </p:cNvPr>
          <p:cNvSpPr/>
          <p:nvPr/>
        </p:nvSpPr>
        <p:spPr>
          <a:xfrm>
            <a:off x="6515742" y="6399843"/>
            <a:ext cx="1425686" cy="1226379"/>
          </a:xfrm>
          <a:prstGeom prst="rect">
            <a:avLst/>
          </a:prstGeom>
          <a:solidFill>
            <a:srgbClr val="EBF1DE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r>
              <a:rPr lang="en-US" sz="1145" dirty="0" err="1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Rupak</a:t>
            </a:r>
            <a:r>
              <a:rPr lang="en-US" sz="1145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 Banerjee</a:t>
            </a:r>
          </a:p>
          <a:p>
            <a:pPr algn="ctr">
              <a:buClr>
                <a:srgbClr val="000000"/>
              </a:buClr>
              <a:buSzPts val="1200"/>
            </a:pPr>
            <a:r>
              <a:rPr lang="en-US" sz="1145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74</a:t>
            </a:r>
            <a:endParaRPr sz="1145" dirty="0"/>
          </a:p>
        </p:txBody>
      </p:sp>
      <p:sp>
        <p:nvSpPr>
          <p:cNvPr id="79" name="Shape 379">
            <a:hlinkClick r:id="rId13"/>
          </p:cNvPr>
          <p:cNvSpPr/>
          <p:nvPr/>
        </p:nvSpPr>
        <p:spPr>
          <a:xfrm>
            <a:off x="5211746" y="6396758"/>
            <a:ext cx="1337301" cy="1226379"/>
          </a:xfrm>
          <a:prstGeom prst="rect">
            <a:avLst/>
          </a:prstGeom>
          <a:solidFill>
            <a:srgbClr val="EBF1DE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r>
              <a:rPr lang="en-US" sz="1145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Chandan Mishra</a:t>
            </a:r>
          </a:p>
          <a:p>
            <a:pPr algn="ctr">
              <a:buClr>
                <a:srgbClr val="000000"/>
              </a:buClr>
              <a:buSzPts val="1200"/>
            </a:pPr>
            <a:r>
              <a:rPr lang="en-US" sz="1145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74</a:t>
            </a:r>
            <a:endParaRPr sz="1145" dirty="0"/>
          </a:p>
        </p:txBody>
      </p:sp>
      <p:sp>
        <p:nvSpPr>
          <p:cNvPr id="80" name="Shape 380">
            <a:hlinkClick r:id="rId14"/>
          </p:cNvPr>
          <p:cNvSpPr/>
          <p:nvPr/>
        </p:nvSpPr>
        <p:spPr>
          <a:xfrm>
            <a:off x="3849704" y="6394450"/>
            <a:ext cx="1357296" cy="1228687"/>
          </a:xfrm>
          <a:prstGeom prst="rect">
            <a:avLst/>
          </a:prstGeom>
          <a:solidFill>
            <a:srgbClr val="EBF1DE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r>
              <a:rPr lang="en-US" sz="140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74</a:t>
            </a:r>
            <a:endParaRPr sz="1400" dirty="0"/>
          </a:p>
        </p:txBody>
      </p:sp>
      <p:sp>
        <p:nvSpPr>
          <p:cNvPr id="81" name="Shape 381">
            <a:hlinkClick r:id="rId15"/>
          </p:cNvPr>
          <p:cNvSpPr/>
          <p:nvPr/>
        </p:nvSpPr>
        <p:spPr>
          <a:xfrm>
            <a:off x="2468251" y="6394450"/>
            <a:ext cx="1380852" cy="1225050"/>
          </a:xfrm>
          <a:prstGeom prst="rect">
            <a:avLst/>
          </a:prstGeom>
          <a:solidFill>
            <a:srgbClr val="EBF1DE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304" tIns="32643" rIns="65304" bIns="32643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0000"/>
              </a:buClr>
              <a:buSzPts val="1200"/>
            </a:pPr>
            <a:r>
              <a:rPr lang="en-US" sz="114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Geo Tech lab</a:t>
            </a:r>
          </a:p>
          <a:p>
            <a:pPr algn="ctr">
              <a:buClr>
                <a:srgbClr val="000000"/>
              </a:buClr>
              <a:buSzPts val="1200"/>
            </a:pPr>
            <a:r>
              <a:rPr lang="en-US" sz="1145" dirty="0"/>
              <a:t>73</a:t>
            </a:r>
            <a:endParaRPr sz="1145" dirty="0"/>
          </a:p>
        </p:txBody>
      </p:sp>
      <p:sp>
        <p:nvSpPr>
          <p:cNvPr id="82" name="Shape 382"/>
          <p:cNvSpPr txBox="1"/>
          <p:nvPr/>
        </p:nvSpPr>
        <p:spPr>
          <a:xfrm>
            <a:off x="7926682" y="6390591"/>
            <a:ext cx="672493" cy="301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145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5-210</a:t>
            </a:r>
            <a:endParaRPr sz="1145" dirty="0"/>
          </a:p>
        </p:txBody>
      </p:sp>
      <p:sp>
        <p:nvSpPr>
          <p:cNvPr id="83" name="Shape 383"/>
          <p:cNvSpPr txBox="1"/>
          <p:nvPr/>
        </p:nvSpPr>
        <p:spPr>
          <a:xfrm>
            <a:off x="6511899" y="6399843"/>
            <a:ext cx="654560" cy="301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145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5-211</a:t>
            </a:r>
            <a:endParaRPr sz="1145"/>
          </a:p>
        </p:txBody>
      </p:sp>
      <p:sp>
        <p:nvSpPr>
          <p:cNvPr id="84" name="Shape 384"/>
          <p:cNvSpPr txBox="1"/>
          <p:nvPr/>
        </p:nvSpPr>
        <p:spPr>
          <a:xfrm>
            <a:off x="5198445" y="6387324"/>
            <a:ext cx="672493" cy="301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145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5-212</a:t>
            </a:r>
            <a:endParaRPr sz="1145" dirty="0"/>
          </a:p>
        </p:txBody>
      </p:sp>
      <p:sp>
        <p:nvSpPr>
          <p:cNvPr id="85" name="Shape 385"/>
          <p:cNvSpPr txBox="1"/>
          <p:nvPr/>
        </p:nvSpPr>
        <p:spPr>
          <a:xfrm>
            <a:off x="3818723" y="6399843"/>
            <a:ext cx="672493" cy="301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145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5-213</a:t>
            </a:r>
            <a:endParaRPr sz="1145" dirty="0"/>
          </a:p>
        </p:txBody>
      </p:sp>
      <p:sp>
        <p:nvSpPr>
          <p:cNvPr id="86" name="Shape 386"/>
          <p:cNvSpPr txBox="1"/>
          <p:nvPr/>
        </p:nvSpPr>
        <p:spPr>
          <a:xfrm>
            <a:off x="2459008" y="6371541"/>
            <a:ext cx="672493" cy="301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304" tIns="32643" rIns="65304" bIns="32643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145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5-214</a:t>
            </a:r>
            <a:endParaRPr sz="1145"/>
          </a:p>
        </p:txBody>
      </p:sp>
      <p:sp>
        <p:nvSpPr>
          <p:cNvPr id="87" name="Rectangle 86"/>
          <p:cNvSpPr/>
          <p:nvPr/>
        </p:nvSpPr>
        <p:spPr>
          <a:xfrm>
            <a:off x="2467975" y="6394449"/>
            <a:ext cx="1387426" cy="1225051"/>
          </a:xfrm>
          <a:prstGeom prst="rect">
            <a:avLst/>
          </a:prstGeom>
          <a:solidFill>
            <a:srgbClr val="ED9121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Civil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5213535" y="6387325"/>
            <a:ext cx="4397299" cy="1238897"/>
          </a:xfrm>
          <a:prstGeom prst="rect">
            <a:avLst/>
          </a:prstGeom>
          <a:solidFill>
            <a:srgbClr val="FFC0CB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Physics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236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9802634" y="6352641"/>
            <a:ext cx="2218587" cy="1302965"/>
          </a:xfrm>
          <a:prstGeom prst="rect">
            <a:avLst/>
          </a:prstGeom>
          <a:solidFill>
            <a:srgbClr val="D7004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Chemical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125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1" name="Freeform: Shape 4"/>
          <p:cNvSpPr/>
          <p:nvPr/>
        </p:nvSpPr>
        <p:spPr>
          <a:xfrm>
            <a:off x="2402906" y="4041419"/>
            <a:ext cx="5486897" cy="3584803"/>
          </a:xfrm>
          <a:custGeom>
            <a:avLst/>
            <a:gdLst>
              <a:gd name="connsiteX0" fmla="*/ 1104900 w 4171950"/>
              <a:gd name="connsiteY0" fmla="*/ 2876550 h 2876550"/>
              <a:gd name="connsiteX1" fmla="*/ 2133600 w 4171950"/>
              <a:gd name="connsiteY1" fmla="*/ 2876550 h 2876550"/>
              <a:gd name="connsiteX2" fmla="*/ 2133600 w 4171950"/>
              <a:gd name="connsiteY2" fmla="*/ 1362075 h 2876550"/>
              <a:gd name="connsiteX3" fmla="*/ 4171950 w 4171950"/>
              <a:gd name="connsiteY3" fmla="*/ 1362075 h 2876550"/>
              <a:gd name="connsiteX4" fmla="*/ 4171950 w 4171950"/>
              <a:gd name="connsiteY4" fmla="*/ 0 h 2876550"/>
              <a:gd name="connsiteX5" fmla="*/ 0 w 4171950"/>
              <a:gd name="connsiteY5" fmla="*/ 0 h 2876550"/>
              <a:gd name="connsiteX6" fmla="*/ 0 w 4171950"/>
              <a:gd name="connsiteY6" fmla="*/ 1323975 h 2876550"/>
              <a:gd name="connsiteX7" fmla="*/ 1114425 w 4171950"/>
              <a:gd name="connsiteY7" fmla="*/ 1323975 h 2876550"/>
              <a:gd name="connsiteX8" fmla="*/ 1104900 w 4171950"/>
              <a:gd name="connsiteY8" fmla="*/ 2876550 h 287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71950" h="2876550">
                <a:moveTo>
                  <a:pt x="1104900" y="2876550"/>
                </a:moveTo>
                <a:lnTo>
                  <a:pt x="2133600" y="2876550"/>
                </a:lnTo>
                <a:lnTo>
                  <a:pt x="2133600" y="1362075"/>
                </a:lnTo>
                <a:lnTo>
                  <a:pt x="4171950" y="1362075"/>
                </a:lnTo>
                <a:lnTo>
                  <a:pt x="4171950" y="0"/>
                </a:lnTo>
                <a:lnTo>
                  <a:pt x="0" y="0"/>
                </a:lnTo>
                <a:lnTo>
                  <a:pt x="0" y="1323975"/>
                </a:lnTo>
                <a:lnTo>
                  <a:pt x="1114425" y="1323975"/>
                </a:lnTo>
                <a:lnTo>
                  <a:pt x="1104900" y="2876550"/>
                </a:lnTo>
                <a:close/>
              </a:path>
            </a:pathLst>
          </a:custGeom>
          <a:solidFill>
            <a:srgbClr val="D7004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algn="ctr"/>
            <a:endParaRPr lang="en-US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Chemical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464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0511151" y="571190"/>
            <a:ext cx="16257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US" sz="3600" dirty="0"/>
              <a:t>AB5- FF</a:t>
            </a:r>
            <a:endParaRPr lang="en-IN" sz="3600" dirty="0"/>
          </a:p>
        </p:txBody>
      </p:sp>
      <p:sp>
        <p:nvSpPr>
          <p:cNvPr id="5" name="Freeform: Shape 4"/>
          <p:cNvSpPr/>
          <p:nvPr/>
        </p:nvSpPr>
        <p:spPr>
          <a:xfrm>
            <a:off x="7871325" y="2962840"/>
            <a:ext cx="4149896" cy="2678263"/>
          </a:xfrm>
          <a:custGeom>
            <a:avLst/>
            <a:gdLst>
              <a:gd name="connsiteX0" fmla="*/ 245979 w 4117474"/>
              <a:gd name="connsiteY0" fmla="*/ 2652294 h 2652294"/>
              <a:gd name="connsiteX1" fmla="*/ 0 w 4117474"/>
              <a:gd name="connsiteY1" fmla="*/ 2652294 h 2652294"/>
              <a:gd name="connsiteX2" fmla="*/ 0 w 4117474"/>
              <a:gd name="connsiteY2" fmla="*/ 1069473 h 2652294"/>
              <a:gd name="connsiteX3" fmla="*/ 2229853 w 4117474"/>
              <a:gd name="connsiteY3" fmla="*/ 1069473 h 2652294"/>
              <a:gd name="connsiteX4" fmla="*/ 3299326 w 4117474"/>
              <a:gd name="connsiteY4" fmla="*/ 0 h 2652294"/>
              <a:gd name="connsiteX5" fmla="*/ 3299326 w 4117474"/>
              <a:gd name="connsiteY5" fmla="*/ 1090863 h 2652294"/>
              <a:gd name="connsiteX6" fmla="*/ 4117474 w 4117474"/>
              <a:gd name="connsiteY6" fmla="*/ 1090863 h 2652294"/>
              <a:gd name="connsiteX7" fmla="*/ 4117474 w 4117474"/>
              <a:gd name="connsiteY7" fmla="*/ 2630905 h 2652294"/>
              <a:gd name="connsiteX8" fmla="*/ 245979 w 4117474"/>
              <a:gd name="connsiteY8" fmla="*/ 2652294 h 2652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17474" h="2652294">
                <a:moveTo>
                  <a:pt x="245979" y="2652294"/>
                </a:moveTo>
                <a:lnTo>
                  <a:pt x="0" y="2652294"/>
                </a:lnTo>
                <a:lnTo>
                  <a:pt x="0" y="1069473"/>
                </a:lnTo>
                <a:lnTo>
                  <a:pt x="2229853" y="1069473"/>
                </a:lnTo>
                <a:lnTo>
                  <a:pt x="3299326" y="0"/>
                </a:lnTo>
                <a:lnTo>
                  <a:pt x="3299326" y="1090863"/>
                </a:lnTo>
                <a:lnTo>
                  <a:pt x="4117474" y="1090863"/>
                </a:lnTo>
                <a:lnTo>
                  <a:pt x="4117474" y="2630905"/>
                </a:lnTo>
                <a:lnTo>
                  <a:pt x="245979" y="2652294"/>
                </a:lnTo>
                <a:close/>
              </a:path>
            </a:pathLst>
          </a:custGeom>
          <a:solidFill>
            <a:srgbClr val="FFC0CB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Physics (614)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298</a:t>
            </a:r>
            <a:endParaRPr lang="en-IN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26976" y="738830"/>
            <a:ext cx="16321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US" sz="3600" dirty="0"/>
              <a:t>AB5- SF</a:t>
            </a:r>
            <a:endParaRPr lang="en-IN" sz="3600" dirty="0"/>
          </a:p>
        </p:txBody>
      </p:sp>
      <p:sp>
        <p:nvSpPr>
          <p:cNvPr id="49" name="Shape 224">
            <a:hlinkClick r:id="rId2"/>
          </p:cNvPr>
          <p:cNvSpPr>
            <a:spLocks noChangeAspect="1"/>
          </p:cNvSpPr>
          <p:nvPr/>
        </p:nvSpPr>
        <p:spPr>
          <a:xfrm>
            <a:off x="3347518" y="1006506"/>
            <a:ext cx="885987" cy="1103599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000" dirty="0">
                <a:sym typeface="Calibri"/>
              </a:rPr>
              <a:t>Faculty Affairs</a:t>
            </a:r>
            <a:endParaRPr sz="1000" dirty="0"/>
          </a:p>
        </p:txBody>
      </p:sp>
      <p:sp>
        <p:nvSpPr>
          <p:cNvPr id="50" name="Shape 225"/>
          <p:cNvSpPr txBox="1">
            <a:spLocks noChangeAspect="1"/>
          </p:cNvSpPr>
          <p:nvPr/>
        </p:nvSpPr>
        <p:spPr>
          <a:xfrm>
            <a:off x="3384508" y="1037261"/>
            <a:ext cx="348889" cy="18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5-313</a:t>
            </a:r>
            <a:endParaRPr dirty="0"/>
          </a:p>
        </p:txBody>
      </p:sp>
      <p:sp>
        <p:nvSpPr>
          <p:cNvPr id="51" name="Shape 226">
            <a:hlinkClick r:id="rId3"/>
          </p:cNvPr>
          <p:cNvSpPr>
            <a:spLocks noChangeAspect="1"/>
          </p:cNvSpPr>
          <p:nvPr/>
        </p:nvSpPr>
        <p:spPr>
          <a:xfrm>
            <a:off x="3347519" y="2110104"/>
            <a:ext cx="790736" cy="739167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Cognitive Science</a:t>
            </a:r>
            <a:endParaRPr sz="1000" dirty="0"/>
          </a:p>
        </p:txBody>
      </p:sp>
      <p:sp>
        <p:nvSpPr>
          <p:cNvPr id="52" name="Shape 227"/>
          <p:cNvSpPr txBox="1">
            <a:spLocks noChangeAspect="1"/>
          </p:cNvSpPr>
          <p:nvPr/>
        </p:nvSpPr>
        <p:spPr>
          <a:xfrm>
            <a:off x="3331772" y="2083062"/>
            <a:ext cx="590522" cy="28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5-314</a:t>
            </a:r>
            <a:endParaRPr sz="1000"/>
          </a:p>
        </p:txBody>
      </p:sp>
      <p:sp>
        <p:nvSpPr>
          <p:cNvPr id="53" name="Shape 228">
            <a:hlinkClick r:id="rId4"/>
          </p:cNvPr>
          <p:cNvSpPr>
            <a:spLocks noChangeAspect="1"/>
          </p:cNvSpPr>
          <p:nvPr/>
        </p:nvSpPr>
        <p:spPr>
          <a:xfrm>
            <a:off x="4138256" y="2110104"/>
            <a:ext cx="1078686" cy="739167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Cognitive Science</a:t>
            </a:r>
            <a:endParaRPr sz="1000" dirty="0"/>
          </a:p>
        </p:txBody>
      </p:sp>
      <p:sp>
        <p:nvSpPr>
          <p:cNvPr id="54" name="Shape 229"/>
          <p:cNvSpPr txBox="1">
            <a:spLocks noChangeAspect="1"/>
          </p:cNvSpPr>
          <p:nvPr/>
        </p:nvSpPr>
        <p:spPr>
          <a:xfrm>
            <a:off x="4122508" y="2083062"/>
            <a:ext cx="574774" cy="28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5-315</a:t>
            </a:r>
            <a:endParaRPr sz="1000"/>
          </a:p>
        </p:txBody>
      </p:sp>
      <p:sp>
        <p:nvSpPr>
          <p:cNvPr id="55" name="Shape 230">
            <a:hlinkClick r:id="rId5"/>
          </p:cNvPr>
          <p:cNvSpPr>
            <a:spLocks noChangeAspect="1"/>
          </p:cNvSpPr>
          <p:nvPr/>
        </p:nvSpPr>
        <p:spPr>
          <a:xfrm>
            <a:off x="4228275" y="1006506"/>
            <a:ext cx="858225" cy="1103599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000">
                <a:sym typeface="Calibri"/>
              </a:rPr>
              <a:t>Leslee Lazar</a:t>
            </a:r>
            <a:endParaRPr sz="1000"/>
          </a:p>
        </p:txBody>
      </p:sp>
      <p:sp>
        <p:nvSpPr>
          <p:cNvPr id="56" name="Shape 231"/>
          <p:cNvSpPr txBox="1">
            <a:spLocks noChangeAspect="1"/>
          </p:cNvSpPr>
          <p:nvPr/>
        </p:nvSpPr>
        <p:spPr>
          <a:xfrm>
            <a:off x="4284849" y="1035351"/>
            <a:ext cx="464613" cy="178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5-315A</a:t>
            </a:r>
            <a:endParaRPr dirty="0"/>
          </a:p>
        </p:txBody>
      </p:sp>
      <p:sp>
        <p:nvSpPr>
          <p:cNvPr id="57" name="Shape 232">
            <a:hlinkClick r:id="rId6"/>
          </p:cNvPr>
          <p:cNvSpPr>
            <a:spLocks noChangeAspect="1"/>
          </p:cNvSpPr>
          <p:nvPr/>
        </p:nvSpPr>
        <p:spPr>
          <a:xfrm>
            <a:off x="5083036" y="1006506"/>
            <a:ext cx="888684" cy="1103599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000" dirty="0">
                <a:sym typeface="Calibri"/>
              </a:rPr>
              <a:t>Krishna </a:t>
            </a:r>
            <a:r>
              <a:rPr lang="en-US" sz="1000" dirty="0" err="1">
                <a:sym typeface="Calibri"/>
              </a:rPr>
              <a:t>Miyapuram</a:t>
            </a:r>
            <a:r>
              <a:rPr lang="en-US" sz="1000" dirty="0">
                <a:sym typeface="Calibri"/>
              </a:rPr>
              <a:t> </a:t>
            </a:r>
            <a:endParaRPr sz="1000" dirty="0"/>
          </a:p>
        </p:txBody>
      </p:sp>
      <p:sp>
        <p:nvSpPr>
          <p:cNvPr id="58" name="Shape 233"/>
          <p:cNvSpPr txBox="1">
            <a:spLocks noChangeAspect="1"/>
          </p:cNvSpPr>
          <p:nvPr/>
        </p:nvSpPr>
        <p:spPr>
          <a:xfrm>
            <a:off x="5160584" y="1037631"/>
            <a:ext cx="443639" cy="17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5-315B</a:t>
            </a:r>
            <a:endParaRPr dirty="0"/>
          </a:p>
        </p:txBody>
      </p:sp>
      <p:sp>
        <p:nvSpPr>
          <p:cNvPr id="59" name="Shape 234">
            <a:hlinkClick r:id="rId7"/>
          </p:cNvPr>
          <p:cNvSpPr>
            <a:spLocks noChangeAspect="1"/>
          </p:cNvSpPr>
          <p:nvPr/>
        </p:nvSpPr>
        <p:spPr>
          <a:xfrm>
            <a:off x="5212401" y="2110104"/>
            <a:ext cx="1557506" cy="739167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Cognitive Science</a:t>
            </a:r>
            <a:endParaRPr sz="1000" dirty="0"/>
          </a:p>
        </p:txBody>
      </p:sp>
      <p:sp>
        <p:nvSpPr>
          <p:cNvPr id="60" name="Shape 235"/>
          <p:cNvSpPr txBox="1">
            <a:spLocks noChangeAspect="1"/>
          </p:cNvSpPr>
          <p:nvPr/>
        </p:nvSpPr>
        <p:spPr>
          <a:xfrm>
            <a:off x="5179823" y="2092076"/>
            <a:ext cx="590522" cy="28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5-316</a:t>
            </a:r>
            <a:endParaRPr sz="1000"/>
          </a:p>
        </p:txBody>
      </p:sp>
      <p:sp>
        <p:nvSpPr>
          <p:cNvPr id="61" name="Shape 236">
            <a:hlinkClick r:id="rId8"/>
          </p:cNvPr>
          <p:cNvSpPr>
            <a:spLocks noChangeAspect="1"/>
          </p:cNvSpPr>
          <p:nvPr/>
        </p:nvSpPr>
        <p:spPr>
          <a:xfrm>
            <a:off x="5968731" y="1006506"/>
            <a:ext cx="907331" cy="1103599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000">
                <a:sym typeface="Calibri"/>
              </a:rPr>
              <a:t>Pratik Mutha</a:t>
            </a:r>
            <a:endParaRPr sz="1000" dirty="0"/>
          </a:p>
        </p:txBody>
      </p:sp>
      <p:sp>
        <p:nvSpPr>
          <p:cNvPr id="62" name="Shape 237"/>
          <p:cNvSpPr txBox="1">
            <a:spLocks noChangeAspect="1"/>
          </p:cNvSpPr>
          <p:nvPr/>
        </p:nvSpPr>
        <p:spPr>
          <a:xfrm>
            <a:off x="6034274" y="1034650"/>
            <a:ext cx="502811" cy="17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5-316A</a:t>
            </a:r>
            <a:endParaRPr dirty="0"/>
          </a:p>
        </p:txBody>
      </p:sp>
      <p:sp>
        <p:nvSpPr>
          <p:cNvPr id="63" name="Shape 238">
            <a:hlinkClick r:id="rId9"/>
          </p:cNvPr>
          <p:cNvSpPr>
            <a:spLocks noChangeAspect="1"/>
          </p:cNvSpPr>
          <p:nvPr/>
        </p:nvSpPr>
        <p:spPr>
          <a:xfrm>
            <a:off x="6874123" y="1003267"/>
            <a:ext cx="840580" cy="1101875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000">
                <a:sym typeface="Calibri"/>
              </a:rPr>
              <a:t>Meera Mary sunny</a:t>
            </a:r>
            <a:endParaRPr sz="1000" dirty="0"/>
          </a:p>
        </p:txBody>
      </p:sp>
      <p:sp>
        <p:nvSpPr>
          <p:cNvPr id="64" name="Shape 239"/>
          <p:cNvSpPr txBox="1">
            <a:spLocks noChangeAspect="1"/>
          </p:cNvSpPr>
          <p:nvPr/>
        </p:nvSpPr>
        <p:spPr>
          <a:xfrm>
            <a:off x="6951831" y="1036103"/>
            <a:ext cx="404743" cy="169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5-316B</a:t>
            </a:r>
            <a:endParaRPr dirty="0"/>
          </a:p>
        </p:txBody>
      </p:sp>
      <p:sp>
        <p:nvSpPr>
          <p:cNvPr id="65" name="Shape 240">
            <a:hlinkClick r:id="rId10"/>
          </p:cNvPr>
          <p:cNvSpPr>
            <a:spLocks noChangeAspect="1"/>
          </p:cNvSpPr>
          <p:nvPr/>
        </p:nvSpPr>
        <p:spPr>
          <a:xfrm>
            <a:off x="6766457" y="2110104"/>
            <a:ext cx="1725828" cy="739167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00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Cognitive Science</a:t>
            </a:r>
            <a:endParaRPr lang="en-US" sz="1000" dirty="0"/>
          </a:p>
        </p:txBody>
      </p:sp>
      <p:sp>
        <p:nvSpPr>
          <p:cNvPr id="66" name="Shape 241"/>
          <p:cNvSpPr txBox="1">
            <a:spLocks noChangeAspect="1"/>
          </p:cNvSpPr>
          <p:nvPr/>
        </p:nvSpPr>
        <p:spPr>
          <a:xfrm>
            <a:off x="6780418" y="2101090"/>
            <a:ext cx="590522" cy="28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5-317</a:t>
            </a:r>
            <a:endParaRPr sz="1000"/>
          </a:p>
        </p:txBody>
      </p:sp>
      <p:sp>
        <p:nvSpPr>
          <p:cNvPr id="67" name="Shape 242">
            <a:hlinkClick r:id="rId11"/>
          </p:cNvPr>
          <p:cNvSpPr>
            <a:spLocks noChangeAspect="1"/>
          </p:cNvSpPr>
          <p:nvPr/>
        </p:nvSpPr>
        <p:spPr>
          <a:xfrm>
            <a:off x="7711291" y="1006506"/>
            <a:ext cx="778364" cy="1100359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000" dirty="0"/>
          </a:p>
        </p:txBody>
      </p:sp>
      <p:sp>
        <p:nvSpPr>
          <p:cNvPr id="68" name="Shape 243"/>
          <p:cNvSpPr txBox="1">
            <a:spLocks noChangeAspect="1"/>
          </p:cNvSpPr>
          <p:nvPr/>
        </p:nvSpPr>
        <p:spPr>
          <a:xfrm>
            <a:off x="7747839" y="1045752"/>
            <a:ext cx="417338" cy="203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5-317A</a:t>
            </a:r>
            <a:endParaRPr dirty="0"/>
          </a:p>
        </p:txBody>
      </p:sp>
      <p:sp>
        <p:nvSpPr>
          <p:cNvPr id="27" name="Shape 202">
            <a:hlinkClick r:id="rId12"/>
          </p:cNvPr>
          <p:cNvSpPr>
            <a:spLocks noChangeAspect="1"/>
          </p:cNvSpPr>
          <p:nvPr/>
        </p:nvSpPr>
        <p:spPr>
          <a:xfrm>
            <a:off x="1485315" y="4699615"/>
            <a:ext cx="619590" cy="577289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sz="9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8" name="Shape 203"/>
          <p:cNvSpPr txBox="1">
            <a:spLocks noChangeAspect="1"/>
          </p:cNvSpPr>
          <p:nvPr/>
        </p:nvSpPr>
        <p:spPr>
          <a:xfrm>
            <a:off x="1543989" y="4712347"/>
            <a:ext cx="486583" cy="258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5-301</a:t>
            </a:r>
            <a:endParaRPr dirty="0"/>
          </a:p>
        </p:txBody>
      </p:sp>
      <p:sp>
        <p:nvSpPr>
          <p:cNvPr id="33" name="Shape 208">
            <a:hlinkClick r:id="rId13"/>
          </p:cNvPr>
          <p:cNvSpPr>
            <a:spLocks noChangeAspect="1"/>
          </p:cNvSpPr>
          <p:nvPr/>
        </p:nvSpPr>
        <p:spPr>
          <a:xfrm>
            <a:off x="1490270" y="3944236"/>
            <a:ext cx="633315" cy="481103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en-US" sz="900" dirty="0">
              <a:solidFill>
                <a:srgbClr val="000000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34" name="Shape 209"/>
          <p:cNvSpPr txBox="1">
            <a:spLocks noChangeAspect="1"/>
          </p:cNvSpPr>
          <p:nvPr/>
        </p:nvSpPr>
        <p:spPr>
          <a:xfrm>
            <a:off x="1536486" y="3985831"/>
            <a:ext cx="358324" cy="19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5-304</a:t>
            </a:r>
            <a:endParaRPr dirty="0"/>
          </a:p>
        </p:txBody>
      </p:sp>
      <p:sp>
        <p:nvSpPr>
          <p:cNvPr id="35" name="Shape 210">
            <a:hlinkClick r:id="rId14"/>
          </p:cNvPr>
          <p:cNvSpPr>
            <a:spLocks noChangeAspect="1"/>
          </p:cNvSpPr>
          <p:nvPr/>
        </p:nvSpPr>
        <p:spPr>
          <a:xfrm>
            <a:off x="1480499" y="3432329"/>
            <a:ext cx="642911" cy="511192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90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ISO</a:t>
            </a:r>
            <a:endParaRPr sz="9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36" name="Shape 211"/>
          <p:cNvSpPr txBox="1">
            <a:spLocks noChangeAspect="1"/>
          </p:cNvSpPr>
          <p:nvPr/>
        </p:nvSpPr>
        <p:spPr>
          <a:xfrm>
            <a:off x="1543989" y="3448571"/>
            <a:ext cx="464235" cy="240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5-305</a:t>
            </a:r>
            <a:endParaRPr dirty="0"/>
          </a:p>
        </p:txBody>
      </p:sp>
      <p:sp>
        <p:nvSpPr>
          <p:cNvPr id="37" name="Shape 212">
            <a:hlinkClick r:id="rId15"/>
          </p:cNvPr>
          <p:cNvSpPr>
            <a:spLocks noChangeAspect="1"/>
          </p:cNvSpPr>
          <p:nvPr/>
        </p:nvSpPr>
        <p:spPr>
          <a:xfrm>
            <a:off x="1491529" y="2933276"/>
            <a:ext cx="631882" cy="500418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900" dirty="0" err="1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Mubashshir</a:t>
            </a:r>
            <a:endParaRPr sz="9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38" name="Shape 213"/>
          <p:cNvSpPr txBox="1">
            <a:spLocks noChangeAspect="1"/>
          </p:cNvSpPr>
          <p:nvPr/>
        </p:nvSpPr>
        <p:spPr>
          <a:xfrm>
            <a:off x="1543989" y="2938824"/>
            <a:ext cx="325914" cy="187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5-306</a:t>
            </a:r>
            <a:endParaRPr dirty="0"/>
          </a:p>
        </p:txBody>
      </p:sp>
      <p:sp>
        <p:nvSpPr>
          <p:cNvPr id="43" name="Shape 218">
            <a:hlinkClick r:id="rId16"/>
          </p:cNvPr>
          <p:cNvSpPr>
            <a:spLocks noChangeAspect="1"/>
          </p:cNvSpPr>
          <p:nvPr/>
        </p:nvSpPr>
        <p:spPr>
          <a:xfrm>
            <a:off x="1480500" y="2195571"/>
            <a:ext cx="634748" cy="402367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0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4" name="Shape 219"/>
          <p:cNvSpPr txBox="1">
            <a:spLocks noChangeAspect="1"/>
          </p:cNvSpPr>
          <p:nvPr/>
        </p:nvSpPr>
        <p:spPr>
          <a:xfrm>
            <a:off x="1519306" y="2243682"/>
            <a:ext cx="404078" cy="21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5-309</a:t>
            </a:r>
            <a:endParaRPr dirty="0"/>
          </a:p>
        </p:txBody>
      </p:sp>
      <p:sp>
        <p:nvSpPr>
          <p:cNvPr id="45" name="Shape 220">
            <a:hlinkClick r:id="rId17"/>
          </p:cNvPr>
          <p:cNvSpPr>
            <a:spLocks noChangeAspect="1"/>
          </p:cNvSpPr>
          <p:nvPr/>
        </p:nvSpPr>
        <p:spPr>
          <a:xfrm>
            <a:off x="1480499" y="1800970"/>
            <a:ext cx="634748" cy="394633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sz="10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6" name="Shape 221"/>
          <p:cNvSpPr txBox="1">
            <a:spLocks noChangeAspect="1"/>
          </p:cNvSpPr>
          <p:nvPr/>
        </p:nvSpPr>
        <p:spPr>
          <a:xfrm>
            <a:off x="1531219" y="1835076"/>
            <a:ext cx="338684" cy="175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5-310</a:t>
            </a:r>
            <a:endParaRPr dirty="0"/>
          </a:p>
        </p:txBody>
      </p:sp>
      <p:sp>
        <p:nvSpPr>
          <p:cNvPr id="47" name="Shape 222">
            <a:hlinkClick r:id="rId18"/>
          </p:cNvPr>
          <p:cNvSpPr>
            <a:spLocks noChangeAspect="1"/>
          </p:cNvSpPr>
          <p:nvPr/>
        </p:nvSpPr>
        <p:spPr>
          <a:xfrm>
            <a:off x="1491528" y="1385715"/>
            <a:ext cx="623719" cy="412991"/>
          </a:xfrm>
          <a:prstGeom prst="rect">
            <a:avLst/>
          </a:prstGeom>
          <a:solidFill>
            <a:srgbClr val="DCE6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0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 Shah</a:t>
            </a:r>
            <a:endParaRPr sz="1000" dirty="0"/>
          </a:p>
        </p:txBody>
      </p:sp>
      <p:sp>
        <p:nvSpPr>
          <p:cNvPr id="48" name="Shape 223"/>
          <p:cNvSpPr txBox="1">
            <a:spLocks noChangeAspect="1"/>
          </p:cNvSpPr>
          <p:nvPr/>
        </p:nvSpPr>
        <p:spPr>
          <a:xfrm>
            <a:off x="1531400" y="1387456"/>
            <a:ext cx="363409" cy="192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5-311</a:t>
            </a:r>
            <a:endParaRPr sz="1000" dirty="0"/>
          </a:p>
        </p:txBody>
      </p:sp>
      <p:sp>
        <p:nvSpPr>
          <p:cNvPr id="29" name="Shape 204">
            <a:hlinkClick r:id="rId19"/>
          </p:cNvPr>
          <p:cNvSpPr>
            <a:spLocks noChangeAspect="1"/>
          </p:cNvSpPr>
          <p:nvPr/>
        </p:nvSpPr>
        <p:spPr>
          <a:xfrm>
            <a:off x="366789" y="4476486"/>
            <a:ext cx="1126614" cy="802131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000" dirty="0"/>
          </a:p>
        </p:txBody>
      </p:sp>
      <p:sp>
        <p:nvSpPr>
          <p:cNvPr id="30" name="Shape 205"/>
          <p:cNvSpPr txBox="1">
            <a:spLocks noChangeAspect="1"/>
          </p:cNvSpPr>
          <p:nvPr/>
        </p:nvSpPr>
        <p:spPr>
          <a:xfrm>
            <a:off x="419126" y="4508070"/>
            <a:ext cx="378262" cy="20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5-302</a:t>
            </a:r>
            <a:endParaRPr dirty="0"/>
          </a:p>
        </p:txBody>
      </p:sp>
      <p:sp>
        <p:nvSpPr>
          <p:cNvPr id="31" name="Shape 206">
            <a:hlinkClick r:id="rId20"/>
          </p:cNvPr>
          <p:cNvSpPr>
            <a:spLocks noChangeAspect="1"/>
          </p:cNvSpPr>
          <p:nvPr/>
        </p:nvSpPr>
        <p:spPr>
          <a:xfrm>
            <a:off x="366789" y="3613898"/>
            <a:ext cx="1118736" cy="869501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sz="1000" dirty="0"/>
          </a:p>
        </p:txBody>
      </p:sp>
      <p:sp>
        <p:nvSpPr>
          <p:cNvPr id="32" name="Shape 207"/>
          <p:cNvSpPr txBox="1">
            <a:spLocks noChangeAspect="1"/>
          </p:cNvSpPr>
          <p:nvPr/>
        </p:nvSpPr>
        <p:spPr>
          <a:xfrm>
            <a:off x="400972" y="3649851"/>
            <a:ext cx="353007" cy="223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5-303</a:t>
            </a:r>
            <a:endParaRPr dirty="0"/>
          </a:p>
        </p:txBody>
      </p:sp>
      <p:sp>
        <p:nvSpPr>
          <p:cNvPr id="39" name="Shape 214">
            <a:hlinkClick r:id="rId21"/>
          </p:cNvPr>
          <p:cNvSpPr>
            <a:spLocks noChangeAspect="1"/>
          </p:cNvSpPr>
          <p:nvPr/>
        </p:nvSpPr>
        <p:spPr>
          <a:xfrm>
            <a:off x="363939" y="2830271"/>
            <a:ext cx="1121586" cy="788889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000" dirty="0">
                <a:sym typeface="Calibri"/>
              </a:rPr>
              <a:t>CN Pandey</a:t>
            </a:r>
            <a:endParaRPr sz="1000" dirty="0"/>
          </a:p>
        </p:txBody>
      </p:sp>
      <p:sp>
        <p:nvSpPr>
          <p:cNvPr id="40" name="Shape 215"/>
          <p:cNvSpPr txBox="1">
            <a:spLocks noChangeAspect="1"/>
          </p:cNvSpPr>
          <p:nvPr/>
        </p:nvSpPr>
        <p:spPr>
          <a:xfrm>
            <a:off x="400972" y="2871272"/>
            <a:ext cx="417137" cy="160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5-307</a:t>
            </a:r>
            <a:endParaRPr sz="1000" dirty="0"/>
          </a:p>
        </p:txBody>
      </p:sp>
      <p:sp>
        <p:nvSpPr>
          <p:cNvPr id="41" name="Shape 216">
            <a:hlinkClick r:id="rId22"/>
          </p:cNvPr>
          <p:cNvSpPr>
            <a:spLocks noChangeAspect="1"/>
          </p:cNvSpPr>
          <p:nvPr/>
        </p:nvSpPr>
        <p:spPr>
          <a:xfrm>
            <a:off x="363939" y="2070967"/>
            <a:ext cx="1121586" cy="755536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sz="1000" dirty="0"/>
          </a:p>
        </p:txBody>
      </p:sp>
      <p:sp>
        <p:nvSpPr>
          <p:cNvPr id="42" name="Shape 217"/>
          <p:cNvSpPr txBox="1">
            <a:spLocks noChangeAspect="1"/>
          </p:cNvSpPr>
          <p:nvPr/>
        </p:nvSpPr>
        <p:spPr>
          <a:xfrm>
            <a:off x="408577" y="2129354"/>
            <a:ext cx="382438" cy="18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5-308</a:t>
            </a:r>
            <a:endParaRPr dirty="0"/>
          </a:p>
        </p:txBody>
      </p:sp>
      <p:sp>
        <p:nvSpPr>
          <p:cNvPr id="115" name="Shape 346">
            <a:hlinkClick r:id="rId23"/>
          </p:cNvPr>
          <p:cNvSpPr>
            <a:spLocks noChangeAspect="1"/>
          </p:cNvSpPr>
          <p:nvPr/>
        </p:nvSpPr>
        <p:spPr>
          <a:xfrm>
            <a:off x="249324" y="1150970"/>
            <a:ext cx="1236201" cy="928451"/>
          </a:xfrm>
          <a:custGeom>
            <a:avLst/>
            <a:gdLst/>
            <a:ahLst/>
            <a:cxnLst/>
            <a:rect l="l" t="t" r="r" b="b"/>
            <a:pathLst>
              <a:path w="1438275" h="1200150" extrusionOk="0">
                <a:moveTo>
                  <a:pt x="133350" y="1181100"/>
                </a:moveTo>
                <a:lnTo>
                  <a:pt x="1438275" y="1200150"/>
                </a:lnTo>
                <a:lnTo>
                  <a:pt x="1438275" y="19050"/>
                </a:lnTo>
                <a:lnTo>
                  <a:pt x="504825" y="0"/>
                </a:lnTo>
                <a:lnTo>
                  <a:pt x="0" y="485775"/>
                </a:lnTo>
                <a:lnTo>
                  <a:pt x="152400" y="685800"/>
                </a:lnTo>
                <a:lnTo>
                  <a:pt x="133350" y="1181100"/>
                </a:lnTo>
                <a:close/>
              </a:path>
            </a:pathLst>
          </a:cu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000">
                <a:sym typeface="Calibri"/>
              </a:rPr>
              <a:t>Mithun</a:t>
            </a:r>
            <a:endParaRPr sz="1000" dirty="0"/>
          </a:p>
        </p:txBody>
      </p:sp>
      <p:sp>
        <p:nvSpPr>
          <p:cNvPr id="116" name="Shape 347"/>
          <p:cNvSpPr txBox="1">
            <a:spLocks noChangeAspect="1"/>
          </p:cNvSpPr>
          <p:nvPr/>
        </p:nvSpPr>
        <p:spPr>
          <a:xfrm>
            <a:off x="419907" y="1385715"/>
            <a:ext cx="350634" cy="18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5-312</a:t>
            </a:r>
            <a:endParaRPr dirty="0"/>
          </a:p>
        </p:txBody>
      </p:sp>
      <p:grpSp>
        <p:nvGrpSpPr>
          <p:cNvPr id="9" name="Group 8"/>
          <p:cNvGrpSpPr/>
          <p:nvPr/>
        </p:nvGrpSpPr>
        <p:grpSpPr>
          <a:xfrm>
            <a:off x="3083071" y="4238052"/>
            <a:ext cx="9415954" cy="1887494"/>
            <a:chOff x="3083071" y="4238052"/>
            <a:chExt cx="9415954" cy="1887494"/>
          </a:xfrm>
        </p:grpSpPr>
        <p:sp>
          <p:nvSpPr>
            <p:cNvPr id="103" name="Shape 278">
              <a:hlinkClick r:id="rId24"/>
            </p:cNvPr>
            <p:cNvSpPr/>
            <p:nvPr/>
          </p:nvSpPr>
          <p:spPr>
            <a:xfrm>
              <a:off x="9377819" y="5290763"/>
              <a:ext cx="1188000" cy="828843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CE workspace</a:t>
              </a:r>
              <a:endParaRPr sz="1000"/>
            </a:p>
          </p:txBody>
        </p:sp>
        <p:sp>
          <p:nvSpPr>
            <p:cNvPr id="97" name="Shape 272">
              <a:hlinkClick r:id="rId25"/>
            </p:cNvPr>
            <p:cNvSpPr/>
            <p:nvPr/>
          </p:nvSpPr>
          <p:spPr>
            <a:xfrm>
              <a:off x="7783345" y="5287894"/>
              <a:ext cx="1188000" cy="828000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CE workspace</a:t>
              </a:r>
              <a:endParaRPr sz="1000" dirty="0"/>
            </a:p>
          </p:txBody>
        </p:sp>
        <p:sp>
          <p:nvSpPr>
            <p:cNvPr id="69" name="Shape 244">
              <a:hlinkClick r:id="rId26"/>
            </p:cNvPr>
            <p:cNvSpPr/>
            <p:nvPr/>
          </p:nvSpPr>
          <p:spPr>
            <a:xfrm>
              <a:off x="3083071" y="4284127"/>
              <a:ext cx="756000" cy="1008000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 dirty="0">
                  <a:sym typeface="Calibri"/>
                </a:rPr>
                <a:t>Faculty Affairs</a:t>
              </a:r>
              <a:endParaRPr lang="en-US" sz="100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000"/>
              </a:pPr>
              <a:r>
                <a:rPr lang="en-US" sz="1000" b="1" dirty="0">
                  <a:latin typeface="Calibri"/>
                  <a:cs typeface="Calibri"/>
                  <a:sym typeface="Calibri"/>
                </a:rPr>
                <a:t>29</a:t>
              </a:r>
              <a:endParaRPr sz="1000" b="1" dirty="0">
                <a:latin typeface="Calibri"/>
                <a:cs typeface="Calibri"/>
              </a:endParaRPr>
            </a:p>
          </p:txBody>
        </p:sp>
        <p:sp>
          <p:nvSpPr>
            <p:cNvPr id="70" name="Shape 245"/>
            <p:cNvSpPr txBox="1">
              <a:spLocks noChangeAspect="1"/>
            </p:cNvSpPr>
            <p:nvPr/>
          </p:nvSpPr>
          <p:spPr>
            <a:xfrm>
              <a:off x="3113668" y="4298155"/>
              <a:ext cx="485473" cy="239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5-318</a:t>
              </a:r>
              <a:endParaRPr dirty="0"/>
            </a:p>
          </p:txBody>
        </p:sp>
        <p:sp>
          <p:nvSpPr>
            <p:cNvPr id="71" name="Shape 246">
              <a:hlinkClick r:id="rId27"/>
            </p:cNvPr>
            <p:cNvSpPr/>
            <p:nvPr/>
          </p:nvSpPr>
          <p:spPr>
            <a:xfrm>
              <a:off x="3234562" y="5293665"/>
              <a:ext cx="1188000" cy="828000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</a:t>
              </a:r>
              <a:endParaRPr sz="1000" dirty="0"/>
            </a:p>
          </p:txBody>
        </p:sp>
        <p:sp>
          <p:nvSpPr>
            <p:cNvPr id="72" name="Shape 247"/>
            <p:cNvSpPr txBox="1">
              <a:spLocks noChangeAspect="1"/>
            </p:cNvSpPr>
            <p:nvPr/>
          </p:nvSpPr>
          <p:spPr>
            <a:xfrm>
              <a:off x="3254491" y="5299625"/>
              <a:ext cx="485473" cy="239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5-319</a:t>
              </a:r>
              <a:endParaRPr dirty="0"/>
            </a:p>
          </p:txBody>
        </p:sp>
        <p:sp>
          <p:nvSpPr>
            <p:cNvPr id="74" name="Shape 249"/>
            <p:cNvSpPr txBox="1">
              <a:spLocks noChangeAspect="1"/>
            </p:cNvSpPr>
            <p:nvPr/>
          </p:nvSpPr>
          <p:spPr>
            <a:xfrm>
              <a:off x="4065175" y="5294297"/>
              <a:ext cx="353664" cy="1792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5-320</a:t>
              </a:r>
              <a:endParaRPr dirty="0"/>
            </a:p>
          </p:txBody>
        </p:sp>
        <p:sp>
          <p:nvSpPr>
            <p:cNvPr id="75" name="Shape 250">
              <a:hlinkClick r:id="rId28"/>
            </p:cNvPr>
            <p:cNvSpPr/>
            <p:nvPr/>
          </p:nvSpPr>
          <p:spPr>
            <a:xfrm>
              <a:off x="3844115" y="4282580"/>
              <a:ext cx="756000" cy="1008000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000"/>
              </a:pPr>
              <a:r>
                <a:rPr lang="en-US" sz="1000" dirty="0">
                  <a:latin typeface="Calibri"/>
                  <a:cs typeface="Calibri"/>
                  <a:sym typeface="Calibri"/>
                </a:rPr>
                <a:t>Kaustubh Rane</a:t>
              </a:r>
              <a:endParaRPr sz="1000" dirty="0">
                <a:latin typeface="Calibri"/>
                <a:cs typeface="Calibri"/>
              </a:endParaRPr>
            </a:p>
          </p:txBody>
        </p:sp>
        <p:sp>
          <p:nvSpPr>
            <p:cNvPr id="76" name="Shape 251"/>
            <p:cNvSpPr txBox="1">
              <a:spLocks noChangeAspect="1"/>
            </p:cNvSpPr>
            <p:nvPr/>
          </p:nvSpPr>
          <p:spPr>
            <a:xfrm>
              <a:off x="3861898" y="4298155"/>
              <a:ext cx="485473" cy="239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5-321</a:t>
              </a:r>
              <a:endParaRPr dirty="0"/>
            </a:p>
          </p:txBody>
        </p:sp>
        <p:sp>
          <p:nvSpPr>
            <p:cNvPr id="77" name="Shape 252">
              <a:hlinkClick r:id="rId29"/>
            </p:cNvPr>
            <p:cNvSpPr/>
            <p:nvPr/>
          </p:nvSpPr>
          <p:spPr>
            <a:xfrm>
              <a:off x="4598092" y="4282973"/>
              <a:ext cx="756000" cy="1008000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000"/>
              </a:pPr>
              <a:r>
                <a:rPr lang="en-US" sz="1000">
                  <a:latin typeface="Calibri"/>
                  <a:cs typeface="Calibri"/>
                  <a:sym typeface="Calibri"/>
                </a:rPr>
                <a:t>Prachi </a:t>
              </a:r>
              <a:r>
                <a:rPr lang="en-US" sz="1000" dirty="0" err="1">
                  <a:latin typeface="Calibri"/>
                  <a:cs typeface="Calibri"/>
                  <a:sym typeface="Calibri"/>
                </a:rPr>
                <a:t>Thareja</a:t>
              </a:r>
              <a:endParaRPr sz="1000" dirty="0">
                <a:latin typeface="Calibri"/>
                <a:cs typeface="Calibri"/>
              </a:endParaRPr>
            </a:p>
          </p:txBody>
        </p:sp>
        <p:sp>
          <p:nvSpPr>
            <p:cNvPr id="78" name="Shape 253"/>
            <p:cNvSpPr txBox="1">
              <a:spLocks noChangeAspect="1"/>
            </p:cNvSpPr>
            <p:nvPr/>
          </p:nvSpPr>
          <p:spPr>
            <a:xfrm>
              <a:off x="4639296" y="4300612"/>
              <a:ext cx="385768" cy="1903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5-322</a:t>
              </a:r>
              <a:endParaRPr dirty="0"/>
            </a:p>
          </p:txBody>
        </p:sp>
        <p:sp>
          <p:nvSpPr>
            <p:cNvPr id="79" name="Shape 254">
              <a:hlinkClick r:id="rId30"/>
            </p:cNvPr>
            <p:cNvSpPr/>
            <p:nvPr/>
          </p:nvSpPr>
          <p:spPr>
            <a:xfrm>
              <a:off x="4765523" y="5286031"/>
              <a:ext cx="1188000" cy="828000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 dirty="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CL</a:t>
              </a:r>
              <a:endParaRPr sz="100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80" name="Shape 255"/>
            <p:cNvSpPr txBox="1">
              <a:spLocks noChangeAspect="1"/>
            </p:cNvSpPr>
            <p:nvPr/>
          </p:nvSpPr>
          <p:spPr>
            <a:xfrm>
              <a:off x="4798651" y="5311950"/>
              <a:ext cx="385768" cy="195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5-323</a:t>
              </a:r>
              <a:endParaRPr dirty="0"/>
            </a:p>
          </p:txBody>
        </p:sp>
        <p:sp>
          <p:nvSpPr>
            <p:cNvPr id="82" name="Shape 257"/>
            <p:cNvSpPr txBox="1">
              <a:spLocks noChangeAspect="1"/>
            </p:cNvSpPr>
            <p:nvPr/>
          </p:nvSpPr>
          <p:spPr>
            <a:xfrm>
              <a:off x="5598373" y="5311950"/>
              <a:ext cx="564773" cy="2786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5-324</a:t>
              </a:r>
              <a:endParaRPr dirty="0"/>
            </a:p>
          </p:txBody>
        </p:sp>
        <p:sp>
          <p:nvSpPr>
            <p:cNvPr id="83" name="Shape 258">
              <a:hlinkClick r:id="rId31"/>
            </p:cNvPr>
            <p:cNvSpPr/>
            <p:nvPr/>
          </p:nvSpPr>
          <p:spPr>
            <a:xfrm>
              <a:off x="5354048" y="4281789"/>
              <a:ext cx="756000" cy="1008000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000"/>
              </a:pPr>
              <a:r>
                <a:rPr lang="en-US" sz="1000">
                  <a:latin typeface="Calibri"/>
                  <a:cs typeface="Calibri"/>
                  <a:sym typeface="Calibri"/>
                </a:rPr>
                <a:t>Kabeer </a:t>
              </a:r>
              <a:r>
                <a:rPr lang="en-US" sz="1000" dirty="0" err="1">
                  <a:latin typeface="Calibri"/>
                  <a:cs typeface="Calibri"/>
                  <a:sym typeface="Calibri"/>
                </a:rPr>
                <a:t>Jasuja</a:t>
              </a:r>
              <a:endParaRPr sz="1000" dirty="0">
                <a:latin typeface="Calibri"/>
                <a:cs typeface="Calibri"/>
              </a:endParaRPr>
            </a:p>
          </p:txBody>
        </p:sp>
        <p:sp>
          <p:nvSpPr>
            <p:cNvPr id="84" name="Shape 259"/>
            <p:cNvSpPr txBox="1">
              <a:spLocks noChangeAspect="1"/>
            </p:cNvSpPr>
            <p:nvPr/>
          </p:nvSpPr>
          <p:spPr>
            <a:xfrm>
              <a:off x="5383600" y="4298155"/>
              <a:ext cx="369764" cy="182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5-325</a:t>
              </a:r>
              <a:endParaRPr dirty="0"/>
            </a:p>
          </p:txBody>
        </p:sp>
        <p:sp>
          <p:nvSpPr>
            <p:cNvPr id="85" name="Shape 260">
              <a:hlinkClick r:id="rId32"/>
            </p:cNvPr>
            <p:cNvSpPr/>
            <p:nvPr/>
          </p:nvSpPr>
          <p:spPr>
            <a:xfrm>
              <a:off x="6108924" y="4280578"/>
              <a:ext cx="756000" cy="1008000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Anand Sengupta</a:t>
              </a:r>
              <a:endParaRPr sz="1000" dirty="0"/>
            </a:p>
          </p:txBody>
        </p:sp>
        <p:sp>
          <p:nvSpPr>
            <p:cNvPr id="86" name="Shape 261"/>
            <p:cNvSpPr txBox="1">
              <a:spLocks noChangeAspect="1"/>
            </p:cNvSpPr>
            <p:nvPr/>
          </p:nvSpPr>
          <p:spPr>
            <a:xfrm>
              <a:off x="6050666" y="4251418"/>
              <a:ext cx="485473" cy="239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5-326</a:t>
              </a:r>
              <a:endParaRPr sz="1000" dirty="0"/>
            </a:p>
          </p:txBody>
        </p:sp>
        <p:sp>
          <p:nvSpPr>
            <p:cNvPr id="87" name="Shape 262">
              <a:hlinkClick r:id="rId33"/>
            </p:cNvPr>
            <p:cNvSpPr/>
            <p:nvPr/>
          </p:nvSpPr>
          <p:spPr>
            <a:xfrm>
              <a:off x="6274982" y="5285430"/>
              <a:ext cx="1188000" cy="828000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 dirty="0">
                  <a:solidFill>
                    <a:srgbClr val="000000"/>
                  </a:solidFill>
                  <a:latin typeface="Calibri"/>
                  <a:cs typeface="Calibri"/>
                </a:rPr>
                <a:t>CE</a:t>
              </a:r>
              <a:endParaRPr sz="100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88" name="Shape 263"/>
            <p:cNvSpPr txBox="1">
              <a:spLocks noChangeAspect="1"/>
            </p:cNvSpPr>
            <p:nvPr/>
          </p:nvSpPr>
          <p:spPr>
            <a:xfrm>
              <a:off x="6300900" y="5293596"/>
              <a:ext cx="485473" cy="239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5-327</a:t>
              </a:r>
              <a:endParaRPr dirty="0"/>
            </a:p>
          </p:txBody>
        </p:sp>
        <p:sp>
          <p:nvSpPr>
            <p:cNvPr id="90" name="Shape 265"/>
            <p:cNvSpPr txBox="1">
              <a:spLocks noChangeAspect="1"/>
            </p:cNvSpPr>
            <p:nvPr/>
          </p:nvSpPr>
          <p:spPr>
            <a:xfrm>
              <a:off x="7097897" y="5306610"/>
              <a:ext cx="485473" cy="239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5-328</a:t>
              </a:r>
              <a:endParaRPr dirty="0"/>
            </a:p>
          </p:txBody>
        </p:sp>
        <p:sp>
          <p:nvSpPr>
            <p:cNvPr id="91" name="Shape 266">
              <a:hlinkClick r:id="rId34"/>
            </p:cNvPr>
            <p:cNvSpPr/>
            <p:nvPr/>
          </p:nvSpPr>
          <p:spPr>
            <a:xfrm>
              <a:off x="6868991" y="4281450"/>
              <a:ext cx="756000" cy="1006255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Sudipta</a:t>
              </a: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Sarkar</a:t>
              </a:r>
              <a:endParaRPr sz="1000" dirty="0"/>
            </a:p>
          </p:txBody>
        </p:sp>
        <p:sp>
          <p:nvSpPr>
            <p:cNvPr id="92" name="Shape 267"/>
            <p:cNvSpPr txBox="1">
              <a:spLocks noChangeAspect="1"/>
            </p:cNvSpPr>
            <p:nvPr/>
          </p:nvSpPr>
          <p:spPr>
            <a:xfrm>
              <a:off x="6799668" y="4238052"/>
              <a:ext cx="485473" cy="239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5-329</a:t>
              </a:r>
              <a:endParaRPr sz="1000" dirty="0"/>
            </a:p>
          </p:txBody>
        </p:sp>
        <p:sp>
          <p:nvSpPr>
            <p:cNvPr id="93" name="Shape 268">
              <a:hlinkClick r:id="rId35"/>
            </p:cNvPr>
            <p:cNvSpPr/>
            <p:nvPr/>
          </p:nvSpPr>
          <p:spPr>
            <a:xfrm>
              <a:off x="7622777" y="4280577"/>
              <a:ext cx="756000" cy="1008000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Vinod Chandra</a:t>
              </a:r>
              <a:endParaRPr sz="1000" dirty="0"/>
            </a:p>
          </p:txBody>
        </p:sp>
        <p:sp>
          <p:nvSpPr>
            <p:cNvPr id="94" name="Shape 269"/>
            <p:cNvSpPr txBox="1">
              <a:spLocks noChangeAspect="1"/>
            </p:cNvSpPr>
            <p:nvPr/>
          </p:nvSpPr>
          <p:spPr>
            <a:xfrm>
              <a:off x="7555588" y="4246631"/>
              <a:ext cx="485473" cy="239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5-330</a:t>
              </a:r>
              <a:endParaRPr sz="1000" dirty="0"/>
            </a:p>
          </p:txBody>
        </p:sp>
        <p:sp>
          <p:nvSpPr>
            <p:cNvPr id="96" name="Shape 271"/>
            <p:cNvSpPr txBox="1">
              <a:spLocks noChangeAspect="1"/>
            </p:cNvSpPr>
            <p:nvPr/>
          </p:nvSpPr>
          <p:spPr>
            <a:xfrm>
              <a:off x="7750231" y="5244068"/>
              <a:ext cx="485473" cy="239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5-331</a:t>
              </a:r>
              <a:endParaRPr sz="1000" dirty="0"/>
            </a:p>
          </p:txBody>
        </p:sp>
        <p:sp>
          <p:nvSpPr>
            <p:cNvPr id="98" name="Shape 273"/>
            <p:cNvSpPr txBox="1">
              <a:spLocks noChangeAspect="1"/>
            </p:cNvSpPr>
            <p:nvPr/>
          </p:nvSpPr>
          <p:spPr>
            <a:xfrm>
              <a:off x="8512304" y="5256709"/>
              <a:ext cx="517009" cy="2620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5-332</a:t>
              </a:r>
              <a:endParaRPr sz="1000" dirty="0"/>
            </a:p>
          </p:txBody>
        </p:sp>
        <p:sp>
          <p:nvSpPr>
            <p:cNvPr id="99" name="Shape 274">
              <a:hlinkClick r:id="rId36"/>
            </p:cNvPr>
            <p:cNvSpPr/>
            <p:nvPr/>
          </p:nvSpPr>
          <p:spPr>
            <a:xfrm>
              <a:off x="8373221" y="4281822"/>
              <a:ext cx="756000" cy="1008000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Manish Kumar (CE)</a:t>
              </a:r>
              <a:endParaRPr sz="1000" dirty="0"/>
            </a:p>
          </p:txBody>
        </p:sp>
        <p:sp>
          <p:nvSpPr>
            <p:cNvPr id="100" name="Shape 275"/>
            <p:cNvSpPr txBox="1">
              <a:spLocks noChangeAspect="1"/>
            </p:cNvSpPr>
            <p:nvPr/>
          </p:nvSpPr>
          <p:spPr>
            <a:xfrm>
              <a:off x="8428779" y="4303161"/>
              <a:ext cx="389294" cy="1973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5-333</a:t>
              </a:r>
              <a:endParaRPr sz="1000" dirty="0"/>
            </a:p>
          </p:txBody>
        </p:sp>
        <p:sp>
          <p:nvSpPr>
            <p:cNvPr id="101" name="Shape 276">
              <a:hlinkClick r:id="rId37"/>
            </p:cNvPr>
            <p:cNvSpPr/>
            <p:nvPr/>
          </p:nvSpPr>
          <p:spPr>
            <a:xfrm>
              <a:off x="9124450" y="4282580"/>
              <a:ext cx="756000" cy="1008000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Dhiman </a:t>
              </a:r>
              <a:r>
                <a:rPr lang="en-US" sz="1000" b="0" i="0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Basu</a:t>
              </a:r>
              <a:endParaRPr sz="1000" dirty="0"/>
            </a:p>
          </p:txBody>
        </p:sp>
        <p:sp>
          <p:nvSpPr>
            <p:cNvPr id="102" name="Shape 277"/>
            <p:cNvSpPr txBox="1">
              <a:spLocks noChangeAspect="1"/>
            </p:cNvSpPr>
            <p:nvPr/>
          </p:nvSpPr>
          <p:spPr>
            <a:xfrm>
              <a:off x="9190614" y="4317183"/>
              <a:ext cx="398748" cy="19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5-334</a:t>
              </a:r>
              <a:endParaRPr dirty="0"/>
            </a:p>
          </p:txBody>
        </p:sp>
        <p:sp>
          <p:nvSpPr>
            <p:cNvPr id="104" name="Shape 279"/>
            <p:cNvSpPr txBox="1">
              <a:spLocks noChangeAspect="1"/>
            </p:cNvSpPr>
            <p:nvPr/>
          </p:nvSpPr>
          <p:spPr>
            <a:xfrm>
              <a:off x="9328289" y="5251603"/>
              <a:ext cx="485473" cy="2395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5-335</a:t>
              </a:r>
              <a:endParaRPr sz="1000" dirty="0"/>
            </a:p>
          </p:txBody>
        </p:sp>
        <p:sp>
          <p:nvSpPr>
            <p:cNvPr id="105" name="Shape 280">
              <a:hlinkClick r:id="rId38"/>
            </p:cNvPr>
            <p:cNvSpPr/>
            <p:nvPr/>
          </p:nvSpPr>
          <p:spPr>
            <a:xfrm>
              <a:off x="9872813" y="4284629"/>
              <a:ext cx="689836" cy="1008000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Ajanta </a:t>
              </a:r>
              <a:r>
                <a:rPr lang="en-US" sz="1000" b="0" i="0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Sachan</a:t>
              </a:r>
              <a:endParaRPr sz="1000" dirty="0"/>
            </a:p>
          </p:txBody>
        </p:sp>
        <p:sp>
          <p:nvSpPr>
            <p:cNvPr id="106" name="Shape 281"/>
            <p:cNvSpPr txBox="1">
              <a:spLocks noChangeAspect="1"/>
            </p:cNvSpPr>
            <p:nvPr/>
          </p:nvSpPr>
          <p:spPr>
            <a:xfrm>
              <a:off x="9919618" y="4300612"/>
              <a:ext cx="408771" cy="2016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5-335A</a:t>
              </a:r>
              <a:endParaRPr dirty="0"/>
            </a:p>
          </p:txBody>
        </p:sp>
        <p:sp>
          <p:nvSpPr>
            <p:cNvPr id="108" name="Shape 283"/>
            <p:cNvSpPr txBox="1">
              <a:spLocks noChangeAspect="1"/>
            </p:cNvSpPr>
            <p:nvPr/>
          </p:nvSpPr>
          <p:spPr>
            <a:xfrm>
              <a:off x="10874336" y="5254877"/>
              <a:ext cx="659192" cy="2329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5-336</a:t>
              </a:r>
              <a:endParaRPr sz="1000" dirty="0"/>
            </a:p>
          </p:txBody>
        </p:sp>
        <p:sp>
          <p:nvSpPr>
            <p:cNvPr id="109" name="Shape 284">
              <a:hlinkClick r:id="rId39"/>
            </p:cNvPr>
            <p:cNvSpPr/>
            <p:nvPr/>
          </p:nvSpPr>
          <p:spPr>
            <a:xfrm>
              <a:off x="10911369" y="4277273"/>
              <a:ext cx="756000" cy="1019951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000"/>
              </a:pPr>
              <a:r>
                <a:rPr lang="en-IN" sz="1200" dirty="0">
                  <a:solidFill>
                    <a:srgbClr val="FF0000"/>
                  </a:solidFill>
                  <a:latin typeface="Calibri"/>
                  <a:cs typeface="Calibri"/>
                </a:rPr>
                <a:t>CE?</a:t>
              </a:r>
              <a:endParaRPr sz="1200" dirty="0">
                <a:solidFill>
                  <a:srgbClr val="FF0000"/>
                </a:solidFill>
                <a:latin typeface="Calibri"/>
                <a:cs typeface="Calibri"/>
              </a:endParaRPr>
            </a:p>
          </p:txBody>
        </p:sp>
        <p:sp>
          <p:nvSpPr>
            <p:cNvPr id="110" name="Shape 285"/>
            <p:cNvSpPr txBox="1">
              <a:spLocks noChangeAspect="1"/>
            </p:cNvSpPr>
            <p:nvPr/>
          </p:nvSpPr>
          <p:spPr>
            <a:xfrm>
              <a:off x="10863320" y="4263471"/>
              <a:ext cx="659192" cy="2329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5-336A</a:t>
              </a:r>
              <a:endParaRPr sz="1000" dirty="0"/>
            </a:p>
          </p:txBody>
        </p:sp>
        <p:sp>
          <p:nvSpPr>
            <p:cNvPr id="111" name="Shape 286">
              <a:hlinkClick r:id="rId40"/>
            </p:cNvPr>
            <p:cNvSpPr/>
            <p:nvPr/>
          </p:nvSpPr>
          <p:spPr>
            <a:xfrm>
              <a:off x="11667370" y="4277917"/>
              <a:ext cx="828000" cy="1028694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000"/>
              </a:pPr>
              <a:r>
                <a:rPr lang="en-US" sz="1000" dirty="0">
                  <a:latin typeface="Calibri"/>
                  <a:cs typeface="Calibri"/>
                </a:rPr>
                <a:t>Vikrant Jain</a:t>
              </a:r>
              <a:endParaRPr sz="1000" dirty="0">
                <a:latin typeface="Calibri"/>
                <a:cs typeface="Calibri"/>
              </a:endParaRPr>
            </a:p>
          </p:txBody>
        </p:sp>
        <p:sp>
          <p:nvSpPr>
            <p:cNvPr id="112" name="Shape 287"/>
            <p:cNvSpPr txBox="1">
              <a:spLocks noChangeAspect="1"/>
            </p:cNvSpPr>
            <p:nvPr/>
          </p:nvSpPr>
          <p:spPr>
            <a:xfrm>
              <a:off x="11628075" y="4270114"/>
              <a:ext cx="659192" cy="2329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5-336B</a:t>
              </a:r>
              <a:endParaRPr sz="1000" dirty="0"/>
            </a:p>
          </p:txBody>
        </p:sp>
        <p:sp>
          <p:nvSpPr>
            <p:cNvPr id="113" name="Shape 288">
              <a:hlinkClick r:id="rId41"/>
            </p:cNvPr>
            <p:cNvSpPr/>
            <p:nvPr/>
          </p:nvSpPr>
          <p:spPr>
            <a:xfrm>
              <a:off x="11798597" y="5299625"/>
              <a:ext cx="700428" cy="822040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000"/>
              </a:pPr>
              <a:r>
                <a:rPr lang="en-US" sz="1000" dirty="0" err="1">
                  <a:latin typeface="Calibri"/>
                  <a:cs typeface="Calibri"/>
                </a:rPr>
                <a:t>Rajkrishna</a:t>
              </a:r>
              <a:endParaRPr sz="1000" dirty="0">
                <a:latin typeface="Calibri"/>
                <a:cs typeface="Calibri"/>
              </a:endParaRPr>
            </a:p>
          </p:txBody>
        </p:sp>
        <p:sp>
          <p:nvSpPr>
            <p:cNvPr id="114" name="Shape 289"/>
            <p:cNvSpPr txBox="1">
              <a:spLocks noChangeAspect="1"/>
            </p:cNvSpPr>
            <p:nvPr/>
          </p:nvSpPr>
          <p:spPr>
            <a:xfrm>
              <a:off x="11750533" y="5271257"/>
              <a:ext cx="659192" cy="2329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5-337</a:t>
              </a:r>
              <a:endParaRPr sz="1000" dirty="0"/>
            </a:p>
          </p:txBody>
        </p:sp>
        <p:sp>
          <p:nvSpPr>
            <p:cNvPr id="107" name="Shape 282">
              <a:hlinkClick r:id="rId42"/>
            </p:cNvPr>
            <p:cNvSpPr/>
            <p:nvPr/>
          </p:nvSpPr>
          <p:spPr>
            <a:xfrm>
              <a:off x="10910818" y="5297546"/>
              <a:ext cx="887778" cy="828000"/>
            </a:xfrm>
            <a:prstGeom prst="rect">
              <a:avLst/>
            </a:prstGeom>
            <a:solidFill>
              <a:srgbClr val="DDD9C4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IN" sz="1000" dirty="0"/>
                <a:t>CE?</a:t>
              </a:r>
              <a:endParaRPr sz="1000" dirty="0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079813" y="6718655"/>
            <a:ext cx="9419211" cy="1867000"/>
            <a:chOff x="3079813" y="6718655"/>
            <a:chExt cx="9419211" cy="1867000"/>
          </a:xfrm>
        </p:grpSpPr>
        <p:sp>
          <p:nvSpPr>
            <p:cNvPr id="150" name="Shape 312">
              <a:hlinkClick r:id="rId43"/>
            </p:cNvPr>
            <p:cNvSpPr/>
            <p:nvPr/>
          </p:nvSpPr>
          <p:spPr>
            <a:xfrm>
              <a:off x="4768585" y="6746228"/>
              <a:ext cx="1188000" cy="828000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 workspace</a:t>
              </a:r>
              <a:endParaRPr sz="1000" dirty="0"/>
            </a:p>
          </p:txBody>
        </p:sp>
        <p:sp>
          <p:nvSpPr>
            <p:cNvPr id="154" name="Shape 316">
              <a:hlinkClick r:id="rId44"/>
            </p:cNvPr>
            <p:cNvSpPr/>
            <p:nvPr/>
          </p:nvSpPr>
          <p:spPr>
            <a:xfrm>
              <a:off x="3240081" y="6748940"/>
              <a:ext cx="1188000" cy="828000"/>
            </a:xfrm>
            <a:prstGeom prst="rect">
              <a:avLst/>
            </a:prstGeom>
            <a:solidFill>
              <a:srgbClr val="FDE9D9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Senior Research Staff Seating</a:t>
              </a:r>
              <a:endParaRPr sz="1000" dirty="0"/>
            </a:p>
          </p:txBody>
        </p:sp>
        <p:sp>
          <p:nvSpPr>
            <p:cNvPr id="134" name="Shape 296">
              <a:hlinkClick r:id="rId45"/>
            </p:cNvPr>
            <p:cNvSpPr/>
            <p:nvPr/>
          </p:nvSpPr>
          <p:spPr>
            <a:xfrm>
              <a:off x="9876247" y="7570501"/>
              <a:ext cx="686402" cy="1008000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Chetan Pahlajani</a:t>
              </a:r>
              <a:endParaRPr sz="100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135" name="Shape 297"/>
            <p:cNvSpPr txBox="1"/>
            <p:nvPr/>
          </p:nvSpPr>
          <p:spPr>
            <a:xfrm>
              <a:off x="9903691" y="7577655"/>
              <a:ext cx="331783" cy="169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5-341</a:t>
              </a:r>
              <a:endParaRPr dirty="0"/>
            </a:p>
          </p:txBody>
        </p:sp>
        <p:sp>
          <p:nvSpPr>
            <p:cNvPr id="136" name="Shape 298">
              <a:hlinkClick r:id="rId46"/>
            </p:cNvPr>
            <p:cNvSpPr/>
            <p:nvPr/>
          </p:nvSpPr>
          <p:spPr>
            <a:xfrm>
              <a:off x="9374648" y="6751990"/>
              <a:ext cx="1188000" cy="828000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Mathematics</a:t>
              </a:r>
              <a:endParaRPr sz="1000" dirty="0"/>
            </a:p>
          </p:txBody>
        </p:sp>
        <p:sp>
          <p:nvSpPr>
            <p:cNvPr id="137" name="Shape 299"/>
            <p:cNvSpPr txBox="1"/>
            <p:nvPr/>
          </p:nvSpPr>
          <p:spPr>
            <a:xfrm>
              <a:off x="10126932" y="6718655"/>
              <a:ext cx="506275" cy="2457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5-342</a:t>
              </a:r>
              <a:endParaRPr sz="1000" dirty="0"/>
            </a:p>
          </p:txBody>
        </p:sp>
        <p:sp>
          <p:nvSpPr>
            <p:cNvPr id="139" name="Shape 301"/>
            <p:cNvSpPr txBox="1"/>
            <p:nvPr/>
          </p:nvSpPr>
          <p:spPr>
            <a:xfrm>
              <a:off x="9345024" y="6718655"/>
              <a:ext cx="506275" cy="2457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5-343</a:t>
              </a:r>
              <a:endParaRPr sz="1000" dirty="0"/>
            </a:p>
          </p:txBody>
        </p:sp>
        <p:sp>
          <p:nvSpPr>
            <p:cNvPr id="140" name="Shape 302">
              <a:hlinkClick r:id="rId47"/>
            </p:cNvPr>
            <p:cNvSpPr/>
            <p:nvPr/>
          </p:nvSpPr>
          <p:spPr>
            <a:xfrm>
              <a:off x="7781724" y="6741477"/>
              <a:ext cx="1188000" cy="828000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Mathematics</a:t>
              </a:r>
              <a:endParaRPr sz="1000" dirty="0"/>
            </a:p>
          </p:txBody>
        </p:sp>
        <p:sp>
          <p:nvSpPr>
            <p:cNvPr id="141" name="Shape 303"/>
            <p:cNvSpPr txBox="1"/>
            <p:nvPr/>
          </p:nvSpPr>
          <p:spPr>
            <a:xfrm>
              <a:off x="8535530" y="6722696"/>
              <a:ext cx="492774" cy="2457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5-346</a:t>
              </a:r>
              <a:endParaRPr sz="1000" dirty="0"/>
            </a:p>
          </p:txBody>
        </p:sp>
        <p:sp>
          <p:nvSpPr>
            <p:cNvPr id="143" name="Shape 305"/>
            <p:cNvSpPr txBox="1"/>
            <p:nvPr/>
          </p:nvSpPr>
          <p:spPr>
            <a:xfrm>
              <a:off x="7808295" y="6760624"/>
              <a:ext cx="506275" cy="2457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5-347</a:t>
              </a:r>
              <a:endParaRPr dirty="0"/>
            </a:p>
          </p:txBody>
        </p:sp>
        <p:sp>
          <p:nvSpPr>
            <p:cNvPr id="144" name="Shape 306">
              <a:hlinkClick r:id="rId48"/>
            </p:cNvPr>
            <p:cNvSpPr/>
            <p:nvPr/>
          </p:nvSpPr>
          <p:spPr>
            <a:xfrm>
              <a:off x="6276535" y="6753192"/>
              <a:ext cx="1188000" cy="828000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 workspace</a:t>
              </a:r>
              <a:endParaRPr sz="1000" dirty="0"/>
            </a:p>
          </p:txBody>
        </p:sp>
        <p:sp>
          <p:nvSpPr>
            <p:cNvPr id="145" name="Shape 307"/>
            <p:cNvSpPr txBox="1"/>
            <p:nvPr/>
          </p:nvSpPr>
          <p:spPr>
            <a:xfrm>
              <a:off x="7109045" y="6773776"/>
              <a:ext cx="506275" cy="2611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5-350</a:t>
              </a:r>
              <a:endParaRPr dirty="0"/>
            </a:p>
          </p:txBody>
        </p:sp>
        <p:sp>
          <p:nvSpPr>
            <p:cNvPr id="147" name="Shape 309"/>
            <p:cNvSpPr txBox="1"/>
            <p:nvPr/>
          </p:nvSpPr>
          <p:spPr>
            <a:xfrm>
              <a:off x="6313330" y="6773776"/>
              <a:ext cx="506275" cy="2457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5-351</a:t>
              </a:r>
              <a:endParaRPr dirty="0"/>
            </a:p>
          </p:txBody>
        </p:sp>
        <p:sp>
          <p:nvSpPr>
            <p:cNvPr id="149" name="Shape 311"/>
            <p:cNvSpPr txBox="1"/>
            <p:nvPr/>
          </p:nvSpPr>
          <p:spPr>
            <a:xfrm>
              <a:off x="5593221" y="6783457"/>
              <a:ext cx="506275" cy="2457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5-354</a:t>
              </a:r>
              <a:endParaRPr dirty="0"/>
            </a:p>
          </p:txBody>
        </p:sp>
        <p:sp>
          <p:nvSpPr>
            <p:cNvPr id="151" name="Shape 313"/>
            <p:cNvSpPr txBox="1"/>
            <p:nvPr/>
          </p:nvSpPr>
          <p:spPr>
            <a:xfrm>
              <a:off x="4810001" y="6766538"/>
              <a:ext cx="492774" cy="2457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5-355</a:t>
              </a:r>
              <a:endParaRPr dirty="0"/>
            </a:p>
          </p:txBody>
        </p:sp>
        <p:sp>
          <p:nvSpPr>
            <p:cNvPr id="153" name="Shape 315"/>
            <p:cNvSpPr txBox="1"/>
            <p:nvPr/>
          </p:nvSpPr>
          <p:spPr>
            <a:xfrm>
              <a:off x="4069244" y="6767358"/>
              <a:ext cx="382812" cy="19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5-358</a:t>
              </a:r>
              <a:endParaRPr dirty="0"/>
            </a:p>
          </p:txBody>
        </p:sp>
        <p:sp>
          <p:nvSpPr>
            <p:cNvPr id="155" name="Shape 317"/>
            <p:cNvSpPr txBox="1"/>
            <p:nvPr/>
          </p:nvSpPr>
          <p:spPr>
            <a:xfrm>
              <a:off x="3274877" y="6767358"/>
              <a:ext cx="423779" cy="2124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5-359</a:t>
              </a:r>
              <a:endParaRPr dirty="0"/>
            </a:p>
          </p:txBody>
        </p:sp>
        <p:sp>
          <p:nvSpPr>
            <p:cNvPr id="128" name="Shape 290">
              <a:hlinkClick r:id="rId49"/>
            </p:cNvPr>
            <p:cNvSpPr/>
            <p:nvPr/>
          </p:nvSpPr>
          <p:spPr>
            <a:xfrm>
              <a:off x="11798596" y="6744031"/>
              <a:ext cx="696774" cy="832910"/>
            </a:xfrm>
            <a:prstGeom prst="rect">
              <a:avLst/>
            </a:prstGeom>
            <a:solidFill>
              <a:srgbClr val="DDD9C4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Deepak Singhania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dirty="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HSS</a:t>
              </a:r>
              <a:endParaRPr sz="1000" dirty="0"/>
            </a:p>
          </p:txBody>
        </p:sp>
        <p:sp>
          <p:nvSpPr>
            <p:cNvPr id="129" name="Shape 291"/>
            <p:cNvSpPr txBox="1"/>
            <p:nvPr/>
          </p:nvSpPr>
          <p:spPr>
            <a:xfrm>
              <a:off x="11830186" y="6765995"/>
              <a:ext cx="506275" cy="273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5-338</a:t>
              </a:r>
              <a:endParaRPr sz="1000" dirty="0"/>
            </a:p>
          </p:txBody>
        </p:sp>
        <p:sp>
          <p:nvSpPr>
            <p:cNvPr id="130" name="Shape 292">
              <a:hlinkClick r:id="rId50"/>
            </p:cNvPr>
            <p:cNvSpPr/>
            <p:nvPr/>
          </p:nvSpPr>
          <p:spPr>
            <a:xfrm>
              <a:off x="10911869" y="6744030"/>
              <a:ext cx="878431" cy="819102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sz="1000" dirty="0"/>
            </a:p>
          </p:txBody>
        </p:sp>
        <p:sp>
          <p:nvSpPr>
            <p:cNvPr id="131" name="Shape 293"/>
            <p:cNvSpPr txBox="1"/>
            <p:nvPr/>
          </p:nvSpPr>
          <p:spPr>
            <a:xfrm>
              <a:off x="10950795" y="6757468"/>
              <a:ext cx="506275" cy="2572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5-339</a:t>
              </a:r>
              <a:endParaRPr sz="1000" dirty="0"/>
            </a:p>
          </p:txBody>
        </p:sp>
        <p:sp>
          <p:nvSpPr>
            <p:cNvPr id="132" name="Shape 294">
              <a:hlinkClick r:id="rId51"/>
            </p:cNvPr>
            <p:cNvSpPr/>
            <p:nvPr/>
          </p:nvSpPr>
          <p:spPr>
            <a:xfrm>
              <a:off x="10920449" y="7571145"/>
              <a:ext cx="756000" cy="1008000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Atul Dixit</a:t>
              </a:r>
              <a:endParaRPr sz="1000" dirty="0"/>
            </a:p>
          </p:txBody>
        </p:sp>
        <p:sp>
          <p:nvSpPr>
            <p:cNvPr id="133" name="Shape 295"/>
            <p:cNvSpPr txBox="1"/>
            <p:nvPr/>
          </p:nvSpPr>
          <p:spPr>
            <a:xfrm>
              <a:off x="10948573" y="7585883"/>
              <a:ext cx="361729" cy="1915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5-340</a:t>
              </a:r>
              <a:endParaRPr sz="1000" dirty="0"/>
            </a:p>
          </p:txBody>
        </p:sp>
        <p:sp>
          <p:nvSpPr>
            <p:cNvPr id="156" name="Shape 348">
              <a:hlinkClick r:id="rId52"/>
            </p:cNvPr>
            <p:cNvSpPr/>
            <p:nvPr/>
          </p:nvSpPr>
          <p:spPr>
            <a:xfrm>
              <a:off x="11671024" y="7570501"/>
              <a:ext cx="828000" cy="1008000"/>
            </a:xfrm>
            <a:custGeom>
              <a:avLst/>
              <a:gdLst/>
              <a:ahLst/>
              <a:cxnLst/>
              <a:rect l="l" t="t" r="r" b="b"/>
              <a:pathLst>
                <a:path w="1181100" h="1295400" extrusionOk="0">
                  <a:moveTo>
                    <a:pt x="0" y="1295400"/>
                  </a:moveTo>
                  <a:lnTo>
                    <a:pt x="760001" y="1295400"/>
                  </a:lnTo>
                  <a:cubicBezTo>
                    <a:pt x="759579" y="1111078"/>
                    <a:pt x="759158" y="926755"/>
                    <a:pt x="758736" y="742433"/>
                  </a:cubicBezTo>
                  <a:lnTo>
                    <a:pt x="1181100" y="74295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Sudhir Arora</a:t>
              </a:r>
              <a:endParaRPr lang="en-US" sz="100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157" name="Shape 349"/>
            <p:cNvSpPr txBox="1"/>
            <p:nvPr/>
          </p:nvSpPr>
          <p:spPr>
            <a:xfrm>
              <a:off x="11701255" y="7571888"/>
              <a:ext cx="452645" cy="198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5-339A</a:t>
              </a:r>
              <a:endParaRPr sz="1000" dirty="0"/>
            </a:p>
          </p:txBody>
        </p:sp>
        <p:sp>
          <p:nvSpPr>
            <p:cNvPr id="158" name="Shape 350">
              <a:hlinkClick r:id="rId53"/>
            </p:cNvPr>
            <p:cNvSpPr/>
            <p:nvPr/>
          </p:nvSpPr>
          <p:spPr>
            <a:xfrm>
              <a:off x="8367181" y="7568592"/>
              <a:ext cx="756000" cy="1008000"/>
            </a:xfrm>
            <a:custGeom>
              <a:avLst/>
              <a:gdLst/>
              <a:ahLst/>
              <a:cxnLst/>
              <a:rect l="l" t="t" r="r" b="b"/>
              <a:pathLst>
                <a:path w="1181100" h="1295400" extrusionOk="0">
                  <a:moveTo>
                    <a:pt x="0" y="1295400"/>
                  </a:moveTo>
                  <a:lnTo>
                    <a:pt x="933450" y="1295400"/>
                  </a:lnTo>
                  <a:lnTo>
                    <a:pt x="923925" y="752475"/>
                  </a:lnTo>
                  <a:lnTo>
                    <a:pt x="1181100" y="74295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 dirty="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Jagmohan Tyagi</a:t>
              </a:r>
              <a:endParaRPr sz="100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159" name="Shape 351">
              <a:hlinkClick r:id="rId54"/>
            </p:cNvPr>
            <p:cNvSpPr/>
            <p:nvPr/>
          </p:nvSpPr>
          <p:spPr>
            <a:xfrm flipH="1">
              <a:off x="9121999" y="7570501"/>
              <a:ext cx="756000" cy="1008000"/>
            </a:xfrm>
            <a:custGeom>
              <a:avLst/>
              <a:gdLst/>
              <a:ahLst/>
              <a:cxnLst/>
              <a:rect l="l" t="t" r="r" b="b"/>
              <a:pathLst>
                <a:path w="1181100" h="1295400" extrusionOk="0">
                  <a:moveTo>
                    <a:pt x="0" y="1295400"/>
                  </a:moveTo>
                  <a:lnTo>
                    <a:pt x="933450" y="1295400"/>
                  </a:lnTo>
                  <a:lnTo>
                    <a:pt x="923925" y="752475"/>
                  </a:lnTo>
                  <a:lnTo>
                    <a:pt x="1181100" y="74295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 dirty="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Tanya Srivastava</a:t>
              </a:r>
              <a:endParaRPr sz="100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160" name="Shape 352"/>
            <p:cNvSpPr txBox="1"/>
            <p:nvPr/>
          </p:nvSpPr>
          <p:spPr>
            <a:xfrm>
              <a:off x="8405717" y="7600662"/>
              <a:ext cx="360250" cy="1548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5-345</a:t>
              </a:r>
              <a:endParaRPr dirty="0"/>
            </a:p>
          </p:txBody>
        </p:sp>
        <p:sp>
          <p:nvSpPr>
            <p:cNvPr id="161" name="Shape 353"/>
            <p:cNvSpPr txBox="1"/>
            <p:nvPr/>
          </p:nvSpPr>
          <p:spPr>
            <a:xfrm>
              <a:off x="9154038" y="7574272"/>
              <a:ext cx="360250" cy="173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5-344</a:t>
              </a:r>
              <a:endParaRPr dirty="0"/>
            </a:p>
          </p:txBody>
        </p:sp>
        <p:sp>
          <p:nvSpPr>
            <p:cNvPr id="162" name="Shape 354">
              <a:hlinkClick r:id="rId55"/>
            </p:cNvPr>
            <p:cNvSpPr/>
            <p:nvPr/>
          </p:nvSpPr>
          <p:spPr>
            <a:xfrm>
              <a:off x="6855528" y="7573639"/>
              <a:ext cx="756000" cy="1008000"/>
            </a:xfrm>
            <a:custGeom>
              <a:avLst/>
              <a:gdLst/>
              <a:ahLst/>
              <a:cxnLst/>
              <a:rect l="l" t="t" r="r" b="b"/>
              <a:pathLst>
                <a:path w="1181100" h="1295400" extrusionOk="0">
                  <a:moveTo>
                    <a:pt x="0" y="1295400"/>
                  </a:moveTo>
                  <a:lnTo>
                    <a:pt x="933450" y="1295400"/>
                  </a:lnTo>
                  <a:lnTo>
                    <a:pt x="923925" y="752475"/>
                  </a:lnTo>
                  <a:lnTo>
                    <a:pt x="1181100" y="74295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CC"/>
            </a:solidFill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sz="1000" dirty="0"/>
            </a:p>
          </p:txBody>
        </p:sp>
        <p:sp>
          <p:nvSpPr>
            <p:cNvPr id="163" name="Shape 355">
              <a:hlinkClick r:id="rId56"/>
            </p:cNvPr>
            <p:cNvSpPr/>
            <p:nvPr/>
          </p:nvSpPr>
          <p:spPr>
            <a:xfrm flipH="1">
              <a:off x="7612363" y="7570501"/>
              <a:ext cx="756000" cy="1008000"/>
            </a:xfrm>
            <a:custGeom>
              <a:avLst/>
              <a:gdLst/>
              <a:ahLst/>
              <a:cxnLst/>
              <a:rect l="l" t="t" r="r" b="b"/>
              <a:pathLst>
                <a:path w="1181100" h="1295400" extrusionOk="0">
                  <a:moveTo>
                    <a:pt x="0" y="1295400"/>
                  </a:moveTo>
                  <a:lnTo>
                    <a:pt x="933450" y="1295400"/>
                  </a:lnTo>
                  <a:lnTo>
                    <a:pt x="923925" y="752475"/>
                  </a:lnTo>
                  <a:lnTo>
                    <a:pt x="1181100" y="74295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CC"/>
            </a:solidFill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sz="1000" dirty="0"/>
            </a:p>
          </p:txBody>
        </p:sp>
        <p:sp>
          <p:nvSpPr>
            <p:cNvPr id="164" name="Shape 356"/>
            <p:cNvSpPr txBox="1"/>
            <p:nvPr/>
          </p:nvSpPr>
          <p:spPr>
            <a:xfrm>
              <a:off x="7642730" y="7580935"/>
              <a:ext cx="389995" cy="174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5-348</a:t>
              </a:r>
              <a:endParaRPr dirty="0"/>
            </a:p>
          </p:txBody>
        </p:sp>
        <p:sp>
          <p:nvSpPr>
            <p:cNvPr id="165" name="Shape 357"/>
            <p:cNvSpPr txBox="1"/>
            <p:nvPr/>
          </p:nvSpPr>
          <p:spPr>
            <a:xfrm>
              <a:off x="6889988" y="7577655"/>
              <a:ext cx="402425" cy="1805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5-349</a:t>
              </a:r>
              <a:endParaRPr dirty="0"/>
            </a:p>
          </p:txBody>
        </p:sp>
        <p:sp>
          <p:nvSpPr>
            <p:cNvPr id="166" name="Shape 358">
              <a:hlinkClick r:id="rId57"/>
            </p:cNvPr>
            <p:cNvSpPr/>
            <p:nvPr/>
          </p:nvSpPr>
          <p:spPr>
            <a:xfrm>
              <a:off x="5347152" y="7572667"/>
              <a:ext cx="756000" cy="1008000"/>
            </a:xfrm>
            <a:custGeom>
              <a:avLst/>
              <a:gdLst/>
              <a:ahLst/>
              <a:cxnLst/>
              <a:rect l="l" t="t" r="r" b="b"/>
              <a:pathLst>
                <a:path w="1181100" h="1295400" extrusionOk="0">
                  <a:moveTo>
                    <a:pt x="0" y="1295400"/>
                  </a:moveTo>
                  <a:lnTo>
                    <a:pt x="933450" y="1295400"/>
                  </a:lnTo>
                  <a:lnTo>
                    <a:pt x="923925" y="752475"/>
                  </a:lnTo>
                  <a:lnTo>
                    <a:pt x="1181100" y="74295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CC"/>
            </a:solidFill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000"/>
                <a:buFont typeface="Calibri"/>
                <a:buNone/>
              </a:pPr>
              <a:endParaRPr lang="en-US" sz="1400" i="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Shape 359">
              <a:hlinkClick r:id="rId58"/>
            </p:cNvPr>
            <p:cNvSpPr/>
            <p:nvPr/>
          </p:nvSpPr>
          <p:spPr>
            <a:xfrm flipH="1">
              <a:off x="6097993" y="7570501"/>
              <a:ext cx="756000" cy="1008000"/>
            </a:xfrm>
            <a:custGeom>
              <a:avLst/>
              <a:gdLst/>
              <a:ahLst/>
              <a:cxnLst/>
              <a:rect l="l" t="t" r="r" b="b"/>
              <a:pathLst>
                <a:path w="1181100" h="1295400" extrusionOk="0">
                  <a:moveTo>
                    <a:pt x="0" y="1295400"/>
                  </a:moveTo>
                  <a:lnTo>
                    <a:pt x="933450" y="1295400"/>
                  </a:lnTo>
                  <a:lnTo>
                    <a:pt x="923925" y="752475"/>
                  </a:lnTo>
                  <a:lnTo>
                    <a:pt x="1181100" y="74295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CC"/>
            </a:solidFill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sz="1000" dirty="0"/>
            </a:p>
          </p:txBody>
        </p:sp>
        <p:sp>
          <p:nvSpPr>
            <p:cNvPr id="168" name="Shape 360">
              <a:hlinkClick r:id="rId59"/>
            </p:cNvPr>
            <p:cNvSpPr/>
            <p:nvPr/>
          </p:nvSpPr>
          <p:spPr>
            <a:xfrm>
              <a:off x="3838969" y="7577655"/>
              <a:ext cx="756000" cy="1008000"/>
            </a:xfrm>
            <a:custGeom>
              <a:avLst/>
              <a:gdLst/>
              <a:ahLst/>
              <a:cxnLst/>
              <a:rect l="l" t="t" r="r" b="b"/>
              <a:pathLst>
                <a:path w="1181100" h="1295400" extrusionOk="0">
                  <a:moveTo>
                    <a:pt x="0" y="1295400"/>
                  </a:moveTo>
                  <a:lnTo>
                    <a:pt x="933450" y="1295400"/>
                  </a:lnTo>
                  <a:lnTo>
                    <a:pt x="923925" y="752475"/>
                  </a:lnTo>
                  <a:lnTo>
                    <a:pt x="1181100" y="74295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CC"/>
            </a:solidFill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sz="1000" dirty="0"/>
            </a:p>
          </p:txBody>
        </p:sp>
        <p:sp>
          <p:nvSpPr>
            <p:cNvPr id="169" name="Shape 361">
              <a:hlinkClick r:id="rId60"/>
            </p:cNvPr>
            <p:cNvSpPr/>
            <p:nvPr/>
          </p:nvSpPr>
          <p:spPr>
            <a:xfrm flipH="1">
              <a:off x="4591799" y="7574272"/>
              <a:ext cx="756000" cy="1008000"/>
            </a:xfrm>
            <a:custGeom>
              <a:avLst/>
              <a:gdLst/>
              <a:ahLst/>
              <a:cxnLst/>
              <a:rect l="l" t="t" r="r" b="b"/>
              <a:pathLst>
                <a:path w="1181100" h="1295400" extrusionOk="0">
                  <a:moveTo>
                    <a:pt x="0" y="1295400"/>
                  </a:moveTo>
                  <a:lnTo>
                    <a:pt x="933450" y="1295400"/>
                  </a:lnTo>
                  <a:lnTo>
                    <a:pt x="923925" y="752475"/>
                  </a:lnTo>
                  <a:lnTo>
                    <a:pt x="1181100" y="74295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CC"/>
            </a:solidFill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sz="1000" dirty="0"/>
            </a:p>
          </p:txBody>
        </p:sp>
        <p:sp>
          <p:nvSpPr>
            <p:cNvPr id="170" name="Shape 362"/>
            <p:cNvSpPr txBox="1"/>
            <p:nvPr/>
          </p:nvSpPr>
          <p:spPr>
            <a:xfrm>
              <a:off x="6127468" y="7584043"/>
              <a:ext cx="380013" cy="1677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5-352</a:t>
              </a:r>
              <a:endParaRPr dirty="0"/>
            </a:p>
          </p:txBody>
        </p:sp>
        <p:sp>
          <p:nvSpPr>
            <p:cNvPr id="171" name="Shape 363"/>
            <p:cNvSpPr txBox="1"/>
            <p:nvPr/>
          </p:nvSpPr>
          <p:spPr>
            <a:xfrm>
              <a:off x="5390165" y="7579990"/>
              <a:ext cx="378831" cy="188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5-353</a:t>
              </a:r>
              <a:endParaRPr dirty="0"/>
            </a:p>
          </p:txBody>
        </p:sp>
        <p:sp>
          <p:nvSpPr>
            <p:cNvPr id="172" name="Shape 364"/>
            <p:cNvSpPr txBox="1"/>
            <p:nvPr/>
          </p:nvSpPr>
          <p:spPr>
            <a:xfrm>
              <a:off x="4622315" y="7597964"/>
              <a:ext cx="362302" cy="1575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5-356</a:t>
              </a:r>
              <a:endParaRPr dirty="0"/>
            </a:p>
          </p:txBody>
        </p:sp>
        <p:sp>
          <p:nvSpPr>
            <p:cNvPr id="173" name="Shape 365"/>
            <p:cNvSpPr txBox="1"/>
            <p:nvPr/>
          </p:nvSpPr>
          <p:spPr>
            <a:xfrm>
              <a:off x="3876862" y="7597963"/>
              <a:ext cx="358193" cy="176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5-357</a:t>
              </a:r>
              <a:endParaRPr dirty="0"/>
            </a:p>
          </p:txBody>
        </p:sp>
        <p:sp>
          <p:nvSpPr>
            <p:cNvPr id="174" name="Shape 366">
              <a:hlinkClick r:id="rId61"/>
            </p:cNvPr>
            <p:cNvSpPr/>
            <p:nvPr/>
          </p:nvSpPr>
          <p:spPr>
            <a:xfrm flipH="1">
              <a:off x="3079813" y="7574272"/>
              <a:ext cx="756000" cy="1008000"/>
            </a:xfrm>
            <a:custGeom>
              <a:avLst/>
              <a:gdLst/>
              <a:ahLst/>
              <a:cxnLst/>
              <a:rect l="l" t="t" r="r" b="b"/>
              <a:pathLst>
                <a:path w="1181100" h="1295400" extrusionOk="0">
                  <a:moveTo>
                    <a:pt x="0" y="1295400"/>
                  </a:moveTo>
                  <a:lnTo>
                    <a:pt x="933450" y="1295400"/>
                  </a:lnTo>
                  <a:lnTo>
                    <a:pt x="844004" y="1295400"/>
                  </a:lnTo>
                  <a:cubicBezTo>
                    <a:pt x="844032" y="1117600"/>
                    <a:pt x="844059" y="939800"/>
                    <a:pt x="844087" y="762000"/>
                  </a:cubicBezTo>
                  <a:lnTo>
                    <a:pt x="1181100" y="74295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CC"/>
            </a:solidFill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sz="1000" dirty="0"/>
            </a:p>
          </p:txBody>
        </p:sp>
        <p:sp>
          <p:nvSpPr>
            <p:cNvPr id="175" name="Shape 367"/>
            <p:cNvSpPr txBox="1"/>
            <p:nvPr/>
          </p:nvSpPr>
          <p:spPr>
            <a:xfrm>
              <a:off x="3113318" y="7573254"/>
              <a:ext cx="413108" cy="2263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5-360</a:t>
              </a:r>
              <a:endParaRPr sz="1000" dirty="0"/>
            </a:p>
          </p:txBody>
        </p:sp>
      </p:grpSp>
      <p:sp>
        <p:nvSpPr>
          <p:cNvPr id="146" name="Rectangle 145"/>
          <p:cNvSpPr/>
          <p:nvPr/>
        </p:nvSpPr>
        <p:spPr>
          <a:xfrm>
            <a:off x="6111363" y="4286202"/>
            <a:ext cx="2255817" cy="985055"/>
          </a:xfrm>
          <a:prstGeom prst="rect">
            <a:avLst/>
          </a:prstGeom>
          <a:solidFill>
            <a:srgbClr val="FFC0CB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Phys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0" name="Freeform: Shape 9"/>
          <p:cNvSpPr/>
          <p:nvPr/>
        </p:nvSpPr>
        <p:spPr>
          <a:xfrm>
            <a:off x="3236995" y="4285689"/>
            <a:ext cx="2869324" cy="1849543"/>
          </a:xfrm>
          <a:custGeom>
            <a:avLst/>
            <a:gdLst>
              <a:gd name="connsiteX0" fmla="*/ 0 w 2869324"/>
              <a:gd name="connsiteY0" fmla="*/ 1818290 h 1818290"/>
              <a:gd name="connsiteX1" fmla="*/ 10510 w 2869324"/>
              <a:gd name="connsiteY1" fmla="*/ 1008993 h 1818290"/>
              <a:gd name="connsiteX2" fmla="*/ 620110 w 2869324"/>
              <a:gd name="connsiteY2" fmla="*/ 1008993 h 1818290"/>
              <a:gd name="connsiteX3" fmla="*/ 620110 w 2869324"/>
              <a:gd name="connsiteY3" fmla="*/ 10511 h 1818290"/>
              <a:gd name="connsiteX4" fmla="*/ 2858814 w 2869324"/>
              <a:gd name="connsiteY4" fmla="*/ 0 h 1818290"/>
              <a:gd name="connsiteX5" fmla="*/ 2869324 w 2869324"/>
              <a:gd name="connsiteY5" fmla="*/ 998483 h 1818290"/>
              <a:gd name="connsiteX6" fmla="*/ 2701158 w 2869324"/>
              <a:gd name="connsiteY6" fmla="*/ 1008993 h 1818290"/>
              <a:gd name="connsiteX7" fmla="*/ 2701158 w 2869324"/>
              <a:gd name="connsiteY7" fmla="*/ 1818290 h 1818290"/>
              <a:gd name="connsiteX8" fmla="*/ 0 w 2869324"/>
              <a:gd name="connsiteY8" fmla="*/ 1818290 h 1818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69324" h="1818290">
                <a:moveTo>
                  <a:pt x="0" y="1818290"/>
                </a:moveTo>
                <a:lnTo>
                  <a:pt x="10510" y="1008993"/>
                </a:lnTo>
                <a:lnTo>
                  <a:pt x="620110" y="1008993"/>
                </a:lnTo>
                <a:lnTo>
                  <a:pt x="620110" y="10511"/>
                </a:lnTo>
                <a:lnTo>
                  <a:pt x="2858814" y="0"/>
                </a:lnTo>
                <a:lnTo>
                  <a:pt x="2869324" y="998483"/>
                </a:lnTo>
                <a:lnTo>
                  <a:pt x="2701158" y="1008993"/>
                </a:lnTo>
                <a:lnTo>
                  <a:pt x="2701158" y="1818290"/>
                </a:lnTo>
                <a:lnTo>
                  <a:pt x="0" y="1818290"/>
                </a:lnTo>
                <a:close/>
              </a:path>
            </a:pathLst>
          </a:custGeom>
          <a:solidFill>
            <a:srgbClr val="FFFF0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CL (7F, 26S)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6" name="Freeform: Shape 5"/>
          <p:cNvSpPr/>
          <p:nvPr/>
        </p:nvSpPr>
        <p:spPr>
          <a:xfrm>
            <a:off x="7768167" y="4256617"/>
            <a:ext cx="4745566" cy="1869016"/>
          </a:xfrm>
          <a:custGeom>
            <a:avLst/>
            <a:gdLst>
              <a:gd name="connsiteX0" fmla="*/ 1111250 w 4745566"/>
              <a:gd name="connsiteY0" fmla="*/ 19050 h 1869016"/>
              <a:gd name="connsiteX1" fmla="*/ 603250 w 4745566"/>
              <a:gd name="connsiteY1" fmla="*/ 19050 h 1869016"/>
              <a:gd name="connsiteX2" fmla="*/ 603250 w 4745566"/>
              <a:gd name="connsiteY2" fmla="*/ 1013883 h 1869016"/>
              <a:gd name="connsiteX3" fmla="*/ 0 w 4745566"/>
              <a:gd name="connsiteY3" fmla="*/ 1013883 h 1869016"/>
              <a:gd name="connsiteX4" fmla="*/ 0 w 4745566"/>
              <a:gd name="connsiteY4" fmla="*/ 1869016 h 1869016"/>
              <a:gd name="connsiteX5" fmla="*/ 4745566 w 4745566"/>
              <a:gd name="connsiteY5" fmla="*/ 1869016 h 1869016"/>
              <a:gd name="connsiteX6" fmla="*/ 4745566 w 4745566"/>
              <a:gd name="connsiteY6" fmla="*/ 0 h 1869016"/>
              <a:gd name="connsiteX7" fmla="*/ 1111250 w 4745566"/>
              <a:gd name="connsiteY7" fmla="*/ 19050 h 1869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5566" h="1869016">
                <a:moveTo>
                  <a:pt x="1111250" y="19050"/>
                </a:moveTo>
                <a:lnTo>
                  <a:pt x="603250" y="19050"/>
                </a:lnTo>
                <a:lnTo>
                  <a:pt x="603250" y="1013883"/>
                </a:lnTo>
                <a:lnTo>
                  <a:pt x="0" y="1013883"/>
                </a:lnTo>
                <a:lnTo>
                  <a:pt x="0" y="1869016"/>
                </a:lnTo>
                <a:lnTo>
                  <a:pt x="4745566" y="1869016"/>
                </a:lnTo>
                <a:lnTo>
                  <a:pt x="4745566" y="0"/>
                </a:lnTo>
                <a:lnTo>
                  <a:pt x="1111250" y="19050"/>
                </a:lnTo>
                <a:close/>
              </a:path>
            </a:pathLst>
          </a:custGeom>
          <a:solidFill>
            <a:srgbClr val="ED9121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CE (6F, 35S)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Freeform: Shape 10"/>
          <p:cNvSpPr/>
          <p:nvPr/>
        </p:nvSpPr>
        <p:spPr>
          <a:xfrm>
            <a:off x="7598833" y="6731000"/>
            <a:ext cx="4904317" cy="1875367"/>
          </a:xfrm>
          <a:custGeom>
            <a:avLst/>
            <a:gdLst>
              <a:gd name="connsiteX0" fmla="*/ 632884 w 4904317"/>
              <a:gd name="connsiteY0" fmla="*/ 1854200 h 1866900"/>
              <a:gd name="connsiteX1" fmla="*/ 0 w 4904317"/>
              <a:gd name="connsiteY1" fmla="*/ 1854200 h 1866900"/>
              <a:gd name="connsiteX2" fmla="*/ 0 w 4904317"/>
              <a:gd name="connsiteY2" fmla="*/ 0 h 1866900"/>
              <a:gd name="connsiteX3" fmla="*/ 4197350 w 4904317"/>
              <a:gd name="connsiteY3" fmla="*/ 0 h 1866900"/>
              <a:gd name="connsiteX4" fmla="*/ 4197350 w 4904317"/>
              <a:gd name="connsiteY4" fmla="*/ 831850 h 1866900"/>
              <a:gd name="connsiteX5" fmla="*/ 4904317 w 4904317"/>
              <a:gd name="connsiteY5" fmla="*/ 831850 h 1866900"/>
              <a:gd name="connsiteX6" fmla="*/ 4904317 w 4904317"/>
              <a:gd name="connsiteY6" fmla="*/ 1866900 h 1866900"/>
              <a:gd name="connsiteX7" fmla="*/ 632884 w 4904317"/>
              <a:gd name="connsiteY7" fmla="*/ 1854200 h 186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04317" h="1866900">
                <a:moveTo>
                  <a:pt x="632884" y="1854200"/>
                </a:moveTo>
                <a:lnTo>
                  <a:pt x="0" y="1854200"/>
                </a:lnTo>
                <a:lnTo>
                  <a:pt x="0" y="0"/>
                </a:lnTo>
                <a:lnTo>
                  <a:pt x="4197350" y="0"/>
                </a:lnTo>
                <a:lnTo>
                  <a:pt x="4197350" y="831850"/>
                </a:lnTo>
                <a:lnTo>
                  <a:pt x="4904317" y="831850"/>
                </a:lnTo>
                <a:lnTo>
                  <a:pt x="4904317" y="1866900"/>
                </a:lnTo>
                <a:lnTo>
                  <a:pt x="632884" y="1854200"/>
                </a:lnTo>
                <a:close/>
              </a:path>
            </a:pathLst>
          </a:custGeom>
          <a:solidFill>
            <a:srgbClr val="80000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Math (6F, 35S)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Freeform: Shape 14"/>
          <p:cNvSpPr/>
          <p:nvPr/>
        </p:nvSpPr>
        <p:spPr>
          <a:xfrm>
            <a:off x="3079813" y="6731000"/>
            <a:ext cx="4516904" cy="1860550"/>
          </a:xfrm>
          <a:custGeom>
            <a:avLst/>
            <a:gdLst>
              <a:gd name="connsiteX0" fmla="*/ 2275417 w 4531784"/>
              <a:gd name="connsiteY0" fmla="*/ 0 h 1860550"/>
              <a:gd name="connsiteX1" fmla="*/ 158750 w 4531784"/>
              <a:gd name="connsiteY1" fmla="*/ 0 h 1860550"/>
              <a:gd name="connsiteX2" fmla="*/ 158750 w 4531784"/>
              <a:gd name="connsiteY2" fmla="*/ 823383 h 1860550"/>
              <a:gd name="connsiteX3" fmla="*/ 0 w 4531784"/>
              <a:gd name="connsiteY3" fmla="*/ 823383 h 1860550"/>
              <a:gd name="connsiteX4" fmla="*/ 0 w 4531784"/>
              <a:gd name="connsiteY4" fmla="*/ 1860550 h 1860550"/>
              <a:gd name="connsiteX5" fmla="*/ 2279650 w 4531784"/>
              <a:gd name="connsiteY5" fmla="*/ 1860550 h 1860550"/>
              <a:gd name="connsiteX6" fmla="*/ 2279650 w 4531784"/>
              <a:gd name="connsiteY6" fmla="*/ 836083 h 1860550"/>
              <a:gd name="connsiteX7" fmla="*/ 3031067 w 4531784"/>
              <a:gd name="connsiteY7" fmla="*/ 836083 h 1860550"/>
              <a:gd name="connsiteX8" fmla="*/ 3031067 w 4531784"/>
              <a:gd name="connsiteY8" fmla="*/ 1852083 h 1860550"/>
              <a:gd name="connsiteX9" fmla="*/ 4531784 w 4531784"/>
              <a:gd name="connsiteY9" fmla="*/ 1852083 h 1860550"/>
              <a:gd name="connsiteX10" fmla="*/ 4531784 w 4531784"/>
              <a:gd name="connsiteY10" fmla="*/ 836083 h 1860550"/>
              <a:gd name="connsiteX11" fmla="*/ 4436534 w 4531784"/>
              <a:gd name="connsiteY11" fmla="*/ 836083 h 1860550"/>
              <a:gd name="connsiteX12" fmla="*/ 4413250 w 4531784"/>
              <a:gd name="connsiteY12" fmla="*/ 836083 h 1860550"/>
              <a:gd name="connsiteX13" fmla="*/ 4413250 w 4531784"/>
              <a:gd name="connsiteY13" fmla="*/ 8467 h 1860550"/>
              <a:gd name="connsiteX14" fmla="*/ 2275417 w 4531784"/>
              <a:gd name="connsiteY14" fmla="*/ 0 h 186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531784" h="1860550">
                <a:moveTo>
                  <a:pt x="2275417" y="0"/>
                </a:moveTo>
                <a:lnTo>
                  <a:pt x="158750" y="0"/>
                </a:lnTo>
                <a:lnTo>
                  <a:pt x="158750" y="823383"/>
                </a:lnTo>
                <a:lnTo>
                  <a:pt x="0" y="823383"/>
                </a:lnTo>
                <a:lnTo>
                  <a:pt x="0" y="1860550"/>
                </a:lnTo>
                <a:lnTo>
                  <a:pt x="2279650" y="1860550"/>
                </a:lnTo>
                <a:lnTo>
                  <a:pt x="2279650" y="836083"/>
                </a:lnTo>
                <a:lnTo>
                  <a:pt x="3031067" y="836083"/>
                </a:lnTo>
                <a:lnTo>
                  <a:pt x="3031067" y="1852083"/>
                </a:lnTo>
                <a:lnTo>
                  <a:pt x="4531784" y="1852083"/>
                </a:lnTo>
                <a:lnTo>
                  <a:pt x="4531784" y="836083"/>
                </a:lnTo>
                <a:lnTo>
                  <a:pt x="4436534" y="836083"/>
                </a:lnTo>
                <a:lnTo>
                  <a:pt x="4413250" y="836083"/>
                </a:lnTo>
                <a:lnTo>
                  <a:pt x="4413250" y="8467"/>
                </a:lnTo>
                <a:lnTo>
                  <a:pt x="2275417" y="0"/>
                </a:lnTo>
                <a:close/>
              </a:path>
            </a:pathLst>
          </a:custGeom>
          <a:solidFill>
            <a:srgbClr val="FFC0CB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Phys (8F, 40S)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Freeform: Shape 15"/>
          <p:cNvSpPr/>
          <p:nvPr/>
        </p:nvSpPr>
        <p:spPr>
          <a:xfrm>
            <a:off x="238125" y="1150970"/>
            <a:ext cx="1871891" cy="4135405"/>
          </a:xfrm>
          <a:custGeom>
            <a:avLst/>
            <a:gdLst>
              <a:gd name="connsiteX0" fmla="*/ 1260475 w 1879600"/>
              <a:gd name="connsiteY0" fmla="*/ 120650 h 4133850"/>
              <a:gd name="connsiteX1" fmla="*/ 1260475 w 1879600"/>
              <a:gd name="connsiteY1" fmla="*/ 0 h 4133850"/>
              <a:gd name="connsiteX2" fmla="*/ 434975 w 1879600"/>
              <a:gd name="connsiteY2" fmla="*/ 0 h 4133850"/>
              <a:gd name="connsiteX3" fmla="*/ 0 w 1879600"/>
              <a:gd name="connsiteY3" fmla="*/ 374650 h 4133850"/>
              <a:gd name="connsiteX4" fmla="*/ 139700 w 1879600"/>
              <a:gd name="connsiteY4" fmla="*/ 523875 h 4133850"/>
              <a:gd name="connsiteX5" fmla="*/ 139700 w 1879600"/>
              <a:gd name="connsiteY5" fmla="*/ 4133850 h 4133850"/>
              <a:gd name="connsiteX6" fmla="*/ 1879600 w 1879600"/>
              <a:gd name="connsiteY6" fmla="*/ 4133850 h 4133850"/>
              <a:gd name="connsiteX7" fmla="*/ 1879600 w 1879600"/>
              <a:gd name="connsiteY7" fmla="*/ 3530600 h 4133850"/>
              <a:gd name="connsiteX8" fmla="*/ 1257300 w 1879600"/>
              <a:gd name="connsiteY8" fmla="*/ 3530600 h 4133850"/>
              <a:gd name="connsiteX9" fmla="*/ 1260475 w 1879600"/>
              <a:gd name="connsiteY9" fmla="*/ 120650 h 413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79600" h="4133850">
                <a:moveTo>
                  <a:pt x="1260475" y="120650"/>
                </a:moveTo>
                <a:lnTo>
                  <a:pt x="1260475" y="0"/>
                </a:lnTo>
                <a:lnTo>
                  <a:pt x="434975" y="0"/>
                </a:lnTo>
                <a:lnTo>
                  <a:pt x="0" y="374650"/>
                </a:lnTo>
                <a:lnTo>
                  <a:pt x="139700" y="523875"/>
                </a:lnTo>
                <a:lnTo>
                  <a:pt x="139700" y="4133850"/>
                </a:lnTo>
                <a:lnTo>
                  <a:pt x="1879600" y="4133850"/>
                </a:lnTo>
                <a:lnTo>
                  <a:pt x="1879600" y="3530600"/>
                </a:lnTo>
                <a:lnTo>
                  <a:pt x="1257300" y="3530600"/>
                </a:lnTo>
                <a:cubicBezTo>
                  <a:pt x="1258358" y="2393950"/>
                  <a:pt x="1259417" y="1257300"/>
                  <a:pt x="1260475" y="120650"/>
                </a:cubicBezTo>
                <a:close/>
              </a:path>
            </a:pathLst>
          </a:custGeom>
          <a:solidFill>
            <a:srgbClr val="FFFF0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Freeform: Shape 2"/>
          <p:cNvSpPr/>
          <p:nvPr/>
        </p:nvSpPr>
        <p:spPr>
          <a:xfrm>
            <a:off x="3347453" y="989263"/>
            <a:ext cx="5144168" cy="1860884"/>
          </a:xfrm>
          <a:custGeom>
            <a:avLst/>
            <a:gdLst>
              <a:gd name="connsiteX0" fmla="*/ 0 w 5144168"/>
              <a:gd name="connsiteY0" fmla="*/ 1117600 h 1860884"/>
              <a:gd name="connsiteX1" fmla="*/ 0 w 5144168"/>
              <a:gd name="connsiteY1" fmla="*/ 1860884 h 1860884"/>
              <a:gd name="connsiteX2" fmla="*/ 5144168 w 5144168"/>
              <a:gd name="connsiteY2" fmla="*/ 1860884 h 1860884"/>
              <a:gd name="connsiteX3" fmla="*/ 5144168 w 5144168"/>
              <a:gd name="connsiteY3" fmla="*/ 0 h 1860884"/>
              <a:gd name="connsiteX4" fmla="*/ 882315 w 5144168"/>
              <a:gd name="connsiteY4" fmla="*/ 0 h 1860884"/>
              <a:gd name="connsiteX5" fmla="*/ 882315 w 5144168"/>
              <a:gd name="connsiteY5" fmla="*/ 1106905 h 1860884"/>
              <a:gd name="connsiteX6" fmla="*/ 0 w 5144168"/>
              <a:gd name="connsiteY6" fmla="*/ 1117600 h 186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44168" h="1860884">
                <a:moveTo>
                  <a:pt x="0" y="1117600"/>
                </a:moveTo>
                <a:lnTo>
                  <a:pt x="0" y="1860884"/>
                </a:lnTo>
                <a:lnTo>
                  <a:pt x="5144168" y="1860884"/>
                </a:lnTo>
                <a:lnTo>
                  <a:pt x="5144168" y="0"/>
                </a:lnTo>
                <a:lnTo>
                  <a:pt x="882315" y="0"/>
                </a:lnTo>
                <a:lnTo>
                  <a:pt x="882315" y="1106905"/>
                </a:lnTo>
                <a:lnTo>
                  <a:pt x="0" y="1117600"/>
                </a:lnTo>
                <a:close/>
              </a:path>
            </a:pathLst>
          </a:custGeom>
          <a:solidFill>
            <a:schemeClr val="bg1">
              <a:lumMod val="75000"/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Cog Sci (5F, 24S)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00685" y="2871470"/>
            <a:ext cx="1079500" cy="747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5/307</a:t>
            </a:r>
          </a:p>
          <a:p>
            <a:pPr algn="ctr"/>
            <a:r>
              <a:rPr lang="en-US" sz="1200"/>
              <a:t>HSS</a:t>
            </a:r>
          </a:p>
          <a:p>
            <a:pPr algn="ctr"/>
            <a:r>
              <a:rPr lang="en-US" sz="1200"/>
              <a:t>(CN Pandey)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810260" y="4316730"/>
            <a:ext cx="592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CL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644525" y="1875155"/>
            <a:ext cx="592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631" y="788995"/>
            <a:ext cx="1643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US" sz="3600" dirty="0"/>
              <a:t>AB5- TF</a:t>
            </a:r>
            <a:endParaRPr lang="en-IN" sz="3600" dirty="0"/>
          </a:p>
        </p:txBody>
      </p:sp>
      <p:sp>
        <p:nvSpPr>
          <p:cNvPr id="3" name="Shape 326">
            <a:hlinkClick r:id="rId2"/>
          </p:cNvPr>
          <p:cNvSpPr/>
          <p:nvPr/>
        </p:nvSpPr>
        <p:spPr>
          <a:xfrm>
            <a:off x="1034682" y="4704240"/>
            <a:ext cx="957060" cy="986019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6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ELV Room</a:t>
            </a:r>
            <a:endParaRPr sz="1800" dirty="0"/>
          </a:p>
        </p:txBody>
      </p:sp>
      <p:sp>
        <p:nvSpPr>
          <p:cNvPr id="4" name="Shape 327"/>
          <p:cNvSpPr txBox="1"/>
          <p:nvPr/>
        </p:nvSpPr>
        <p:spPr>
          <a:xfrm>
            <a:off x="1027711" y="4673666"/>
            <a:ext cx="957060" cy="420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5-401</a:t>
            </a:r>
            <a:endParaRPr sz="1800" dirty="0"/>
          </a:p>
        </p:txBody>
      </p:sp>
      <p:sp>
        <p:nvSpPr>
          <p:cNvPr id="5" name="Shape 328">
            <a:hlinkClick r:id="rId3"/>
          </p:cNvPr>
          <p:cNvSpPr/>
          <p:nvPr/>
        </p:nvSpPr>
        <p:spPr>
          <a:xfrm>
            <a:off x="1034682" y="3034199"/>
            <a:ext cx="1455811" cy="1672296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sz="16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6" name="Shape 329"/>
          <p:cNvSpPr txBox="1"/>
          <p:nvPr/>
        </p:nvSpPr>
        <p:spPr>
          <a:xfrm>
            <a:off x="994243" y="3034199"/>
            <a:ext cx="1321013" cy="420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5-402</a:t>
            </a:r>
            <a:endParaRPr sz="1800" dirty="0"/>
          </a:p>
        </p:txBody>
      </p:sp>
      <p:sp>
        <p:nvSpPr>
          <p:cNvPr id="7" name="Shape 330">
            <a:hlinkClick r:id="rId4"/>
          </p:cNvPr>
          <p:cNvSpPr/>
          <p:nvPr/>
        </p:nvSpPr>
        <p:spPr>
          <a:xfrm>
            <a:off x="2490492" y="3034200"/>
            <a:ext cx="1523207" cy="1672295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Sameer V Dalvi</a:t>
            </a:r>
            <a:endParaRPr sz="1800"/>
          </a:p>
        </p:txBody>
      </p:sp>
      <p:sp>
        <p:nvSpPr>
          <p:cNvPr id="8" name="Shape 331"/>
          <p:cNvSpPr txBox="1"/>
          <p:nvPr/>
        </p:nvSpPr>
        <p:spPr>
          <a:xfrm>
            <a:off x="2450053" y="3021052"/>
            <a:ext cx="1010979" cy="420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5-403</a:t>
            </a:r>
            <a:endParaRPr sz="1800"/>
          </a:p>
        </p:txBody>
      </p:sp>
      <p:sp>
        <p:nvSpPr>
          <p:cNvPr id="9" name="Shape 332">
            <a:hlinkClick r:id="rId5"/>
          </p:cNvPr>
          <p:cNvSpPr/>
          <p:nvPr/>
        </p:nvSpPr>
        <p:spPr>
          <a:xfrm>
            <a:off x="2780090" y="4705347"/>
            <a:ext cx="7454285" cy="18800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24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PhD Seating (40)</a:t>
            </a:r>
            <a:endParaRPr sz="2800" dirty="0"/>
          </a:p>
        </p:txBody>
      </p:sp>
      <p:sp>
        <p:nvSpPr>
          <p:cNvPr id="10" name="Shape 333"/>
          <p:cNvSpPr txBox="1"/>
          <p:nvPr/>
        </p:nvSpPr>
        <p:spPr>
          <a:xfrm>
            <a:off x="2788979" y="4688877"/>
            <a:ext cx="1010979" cy="420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5-404</a:t>
            </a:r>
            <a:endParaRPr sz="1800" dirty="0"/>
          </a:p>
        </p:txBody>
      </p:sp>
      <p:sp>
        <p:nvSpPr>
          <p:cNvPr id="11" name="Shape 334">
            <a:hlinkClick r:id="rId6"/>
          </p:cNvPr>
          <p:cNvSpPr/>
          <p:nvPr/>
        </p:nvSpPr>
        <p:spPr>
          <a:xfrm>
            <a:off x="4000221" y="3034199"/>
            <a:ext cx="1590607" cy="1669659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Nitin U Padhiyar</a:t>
            </a:r>
            <a:endParaRPr sz="1800"/>
          </a:p>
        </p:txBody>
      </p:sp>
      <p:sp>
        <p:nvSpPr>
          <p:cNvPr id="12" name="Shape 335"/>
          <p:cNvSpPr txBox="1"/>
          <p:nvPr/>
        </p:nvSpPr>
        <p:spPr>
          <a:xfrm>
            <a:off x="3986741" y="3007905"/>
            <a:ext cx="1010979" cy="420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5-404A</a:t>
            </a:r>
            <a:endParaRPr sz="1800" dirty="0"/>
          </a:p>
        </p:txBody>
      </p:sp>
      <p:sp>
        <p:nvSpPr>
          <p:cNvPr id="13" name="Shape 336">
            <a:hlinkClick r:id="rId7"/>
          </p:cNvPr>
          <p:cNvSpPr/>
          <p:nvPr/>
        </p:nvSpPr>
        <p:spPr>
          <a:xfrm>
            <a:off x="5590828" y="3034199"/>
            <a:ext cx="1469289" cy="1669659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Pratyush Dayal</a:t>
            </a:r>
            <a:endParaRPr sz="1800"/>
          </a:p>
        </p:txBody>
      </p:sp>
      <p:sp>
        <p:nvSpPr>
          <p:cNvPr id="14" name="Shape 337"/>
          <p:cNvSpPr txBox="1"/>
          <p:nvPr/>
        </p:nvSpPr>
        <p:spPr>
          <a:xfrm>
            <a:off x="5563868" y="3007905"/>
            <a:ext cx="984020" cy="420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5-404B</a:t>
            </a:r>
            <a:endParaRPr sz="1800" dirty="0"/>
          </a:p>
        </p:txBody>
      </p:sp>
      <p:sp>
        <p:nvSpPr>
          <p:cNvPr id="15" name="Shape 338">
            <a:hlinkClick r:id="rId8"/>
          </p:cNvPr>
          <p:cNvSpPr/>
          <p:nvPr/>
        </p:nvSpPr>
        <p:spPr>
          <a:xfrm>
            <a:off x="7061198" y="3021052"/>
            <a:ext cx="1529946" cy="1685443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6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Ashish </a:t>
            </a:r>
            <a:r>
              <a:rPr lang="en-US" sz="1600" b="0" i="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XaXa</a:t>
            </a:r>
            <a:endParaRPr sz="1800" dirty="0"/>
          </a:p>
        </p:txBody>
      </p:sp>
      <p:sp>
        <p:nvSpPr>
          <p:cNvPr id="16" name="Shape 339"/>
          <p:cNvSpPr txBox="1"/>
          <p:nvPr/>
        </p:nvSpPr>
        <p:spPr>
          <a:xfrm>
            <a:off x="7060117" y="3007905"/>
            <a:ext cx="1010979" cy="420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5-404C</a:t>
            </a:r>
            <a:endParaRPr sz="1800" dirty="0"/>
          </a:p>
        </p:txBody>
      </p:sp>
      <p:sp>
        <p:nvSpPr>
          <p:cNvPr id="17" name="Shape 340">
            <a:hlinkClick r:id="rId9"/>
          </p:cNvPr>
          <p:cNvSpPr/>
          <p:nvPr/>
        </p:nvSpPr>
        <p:spPr>
          <a:xfrm>
            <a:off x="8589265" y="3023688"/>
            <a:ext cx="1550168" cy="1682807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Sharmita Lahiri</a:t>
            </a:r>
            <a:endParaRPr sz="1800"/>
          </a:p>
        </p:txBody>
      </p:sp>
      <p:sp>
        <p:nvSpPr>
          <p:cNvPr id="18" name="Shape 341"/>
          <p:cNvSpPr txBox="1"/>
          <p:nvPr/>
        </p:nvSpPr>
        <p:spPr>
          <a:xfrm>
            <a:off x="8583326" y="3021052"/>
            <a:ext cx="1010979" cy="420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5-404D</a:t>
            </a:r>
            <a:endParaRPr sz="1800" dirty="0"/>
          </a:p>
        </p:txBody>
      </p:sp>
      <p:sp>
        <p:nvSpPr>
          <p:cNvPr id="19" name="Shape 342">
            <a:hlinkClick r:id="rId10"/>
          </p:cNvPr>
          <p:cNvSpPr/>
          <p:nvPr/>
        </p:nvSpPr>
        <p:spPr>
          <a:xfrm>
            <a:off x="10233791" y="4698620"/>
            <a:ext cx="808783" cy="89399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None/>
            </a:pPr>
            <a:r>
              <a:rPr lang="en-US" sz="1600" b="1" i="0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Vacat</a:t>
            </a:r>
            <a:endParaRPr dirty="0"/>
          </a:p>
        </p:txBody>
      </p:sp>
      <p:sp>
        <p:nvSpPr>
          <p:cNvPr id="20" name="Shape 343"/>
          <p:cNvSpPr txBox="1"/>
          <p:nvPr/>
        </p:nvSpPr>
        <p:spPr>
          <a:xfrm>
            <a:off x="10207633" y="4690711"/>
            <a:ext cx="1010979" cy="420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5-405</a:t>
            </a:r>
            <a:endParaRPr sz="1800" dirty="0"/>
          </a:p>
        </p:txBody>
      </p:sp>
      <p:sp>
        <p:nvSpPr>
          <p:cNvPr id="21" name="Shape 344">
            <a:hlinkClick r:id="rId11"/>
          </p:cNvPr>
          <p:cNvSpPr/>
          <p:nvPr/>
        </p:nvSpPr>
        <p:spPr>
          <a:xfrm>
            <a:off x="10139433" y="3023689"/>
            <a:ext cx="1280573" cy="1680170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6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Chinmay</a:t>
            </a:r>
            <a:endParaRPr sz="1800" dirty="0"/>
          </a:p>
        </p:txBody>
      </p:sp>
      <p:sp>
        <p:nvSpPr>
          <p:cNvPr id="22" name="Shape 345"/>
          <p:cNvSpPr txBox="1"/>
          <p:nvPr/>
        </p:nvSpPr>
        <p:spPr>
          <a:xfrm>
            <a:off x="10160453" y="3007905"/>
            <a:ext cx="1010979" cy="420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5-406</a:t>
            </a:r>
            <a:endParaRPr sz="1800"/>
          </a:p>
        </p:txBody>
      </p:sp>
      <p:sp>
        <p:nvSpPr>
          <p:cNvPr id="25" name="Rectangle 24"/>
          <p:cNvSpPr/>
          <p:nvPr/>
        </p:nvSpPr>
        <p:spPr>
          <a:xfrm>
            <a:off x="7060117" y="3035687"/>
            <a:ext cx="3074105" cy="1669659"/>
          </a:xfrm>
          <a:prstGeom prst="rect">
            <a:avLst/>
          </a:prstGeom>
          <a:solidFill>
            <a:srgbClr val="EBF5F0">
              <a:alpha val="9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HSS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6" name="Freeform: Shape 25"/>
          <p:cNvSpPr/>
          <p:nvPr/>
        </p:nvSpPr>
        <p:spPr>
          <a:xfrm>
            <a:off x="1024467" y="3014133"/>
            <a:ext cx="10397066" cy="3556000"/>
          </a:xfrm>
          <a:custGeom>
            <a:avLst/>
            <a:gdLst>
              <a:gd name="connsiteX0" fmla="*/ 9829800 w 10397066"/>
              <a:gd name="connsiteY0" fmla="*/ 8467 h 3556000"/>
              <a:gd name="connsiteX1" fmla="*/ 10397066 w 10397066"/>
              <a:gd name="connsiteY1" fmla="*/ 8467 h 3556000"/>
              <a:gd name="connsiteX2" fmla="*/ 10397066 w 10397066"/>
              <a:gd name="connsiteY2" fmla="*/ 1693334 h 3556000"/>
              <a:gd name="connsiteX3" fmla="*/ 9211733 w 10397066"/>
              <a:gd name="connsiteY3" fmla="*/ 1693334 h 3556000"/>
              <a:gd name="connsiteX4" fmla="*/ 9211733 w 10397066"/>
              <a:gd name="connsiteY4" fmla="*/ 3556000 h 3556000"/>
              <a:gd name="connsiteX5" fmla="*/ 1752600 w 10397066"/>
              <a:gd name="connsiteY5" fmla="*/ 3556000 h 3556000"/>
              <a:gd name="connsiteX6" fmla="*/ 1752600 w 10397066"/>
              <a:gd name="connsiteY6" fmla="*/ 1684867 h 3556000"/>
              <a:gd name="connsiteX7" fmla="*/ 0 w 10397066"/>
              <a:gd name="connsiteY7" fmla="*/ 1684867 h 3556000"/>
              <a:gd name="connsiteX8" fmla="*/ 0 w 10397066"/>
              <a:gd name="connsiteY8" fmla="*/ 8467 h 3556000"/>
              <a:gd name="connsiteX9" fmla="*/ 6036733 w 10397066"/>
              <a:gd name="connsiteY9" fmla="*/ 8467 h 3556000"/>
              <a:gd name="connsiteX10" fmla="*/ 6036733 w 10397066"/>
              <a:gd name="connsiteY10" fmla="*/ 1693334 h 3556000"/>
              <a:gd name="connsiteX11" fmla="*/ 9101666 w 10397066"/>
              <a:gd name="connsiteY11" fmla="*/ 1693334 h 3556000"/>
              <a:gd name="connsiteX12" fmla="*/ 9101666 w 10397066"/>
              <a:gd name="connsiteY12" fmla="*/ 0 h 3556000"/>
              <a:gd name="connsiteX13" fmla="*/ 9829800 w 10397066"/>
              <a:gd name="connsiteY13" fmla="*/ 8467 h 35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397066" h="3556000">
                <a:moveTo>
                  <a:pt x="9829800" y="8467"/>
                </a:moveTo>
                <a:lnTo>
                  <a:pt x="10397066" y="8467"/>
                </a:lnTo>
                <a:lnTo>
                  <a:pt x="10397066" y="1693334"/>
                </a:lnTo>
                <a:lnTo>
                  <a:pt x="9211733" y="1693334"/>
                </a:lnTo>
                <a:lnTo>
                  <a:pt x="9211733" y="3556000"/>
                </a:lnTo>
                <a:lnTo>
                  <a:pt x="1752600" y="3556000"/>
                </a:lnTo>
                <a:lnTo>
                  <a:pt x="1752600" y="1684867"/>
                </a:lnTo>
                <a:lnTo>
                  <a:pt x="0" y="1684867"/>
                </a:lnTo>
                <a:lnTo>
                  <a:pt x="0" y="8467"/>
                </a:lnTo>
                <a:lnTo>
                  <a:pt x="6036733" y="8467"/>
                </a:lnTo>
                <a:lnTo>
                  <a:pt x="6036733" y="1693334"/>
                </a:lnTo>
                <a:lnTo>
                  <a:pt x="9101666" y="1693334"/>
                </a:lnTo>
                <a:lnTo>
                  <a:pt x="9101666" y="0"/>
                </a:lnTo>
                <a:lnTo>
                  <a:pt x="9829800" y="8467"/>
                </a:lnTo>
                <a:close/>
              </a:path>
            </a:pathLst>
          </a:custGeom>
          <a:solidFill>
            <a:srgbClr val="FFFF0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CL (5F+40S)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32"/>
          <p:cNvSpPr/>
          <p:nvPr/>
        </p:nvSpPr>
        <p:spPr>
          <a:xfrm>
            <a:off x="2388619" y="3261437"/>
            <a:ext cx="3169920" cy="2438400"/>
          </a:xfrm>
          <a:custGeom>
            <a:avLst/>
            <a:gdLst>
              <a:gd name="connsiteX0" fmla="*/ 24384 w 3169920"/>
              <a:gd name="connsiteY0" fmla="*/ 2438400 h 2438400"/>
              <a:gd name="connsiteX1" fmla="*/ 2450592 w 3169920"/>
              <a:gd name="connsiteY1" fmla="*/ 2438400 h 2438400"/>
              <a:gd name="connsiteX2" fmla="*/ 2450592 w 3169920"/>
              <a:gd name="connsiteY2" fmla="*/ 780288 h 2438400"/>
              <a:gd name="connsiteX3" fmla="*/ 3169920 w 3169920"/>
              <a:gd name="connsiteY3" fmla="*/ 780288 h 2438400"/>
              <a:gd name="connsiteX4" fmla="*/ 3169920 w 3169920"/>
              <a:gd name="connsiteY4" fmla="*/ 0 h 2438400"/>
              <a:gd name="connsiteX5" fmla="*/ 353568 w 3169920"/>
              <a:gd name="connsiteY5" fmla="*/ 0 h 2438400"/>
              <a:gd name="connsiteX6" fmla="*/ 353568 w 3169920"/>
              <a:gd name="connsiteY6" fmla="*/ 792480 h 2438400"/>
              <a:gd name="connsiteX7" fmla="*/ 0 w 3169920"/>
              <a:gd name="connsiteY7" fmla="*/ 792480 h 2438400"/>
              <a:gd name="connsiteX8" fmla="*/ 24384 w 3169920"/>
              <a:gd name="connsiteY8" fmla="*/ 2438400 h 243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9920" h="2438400">
                <a:moveTo>
                  <a:pt x="24384" y="2438400"/>
                </a:moveTo>
                <a:lnTo>
                  <a:pt x="2450592" y="2438400"/>
                </a:lnTo>
                <a:lnTo>
                  <a:pt x="2450592" y="780288"/>
                </a:lnTo>
                <a:lnTo>
                  <a:pt x="3169920" y="780288"/>
                </a:lnTo>
                <a:lnTo>
                  <a:pt x="3169920" y="0"/>
                </a:lnTo>
                <a:lnTo>
                  <a:pt x="353568" y="0"/>
                </a:lnTo>
                <a:lnTo>
                  <a:pt x="353568" y="792480"/>
                </a:lnTo>
                <a:lnTo>
                  <a:pt x="0" y="792480"/>
                </a:lnTo>
                <a:lnTo>
                  <a:pt x="24384" y="24384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lang="en-US" sz="1800" b="0" i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Electric </a:t>
            </a:r>
            <a:r>
              <a:rPr lang="en-US" sz="1800" b="0" i="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Engg</a:t>
            </a:r>
            <a:r>
              <a:rPr lang="en-US"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Lab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endParaRPr lang="en-US" sz="2000" dirty="0"/>
          </a:p>
        </p:txBody>
      </p:sp>
      <p:sp>
        <p:nvSpPr>
          <p:cNvPr id="4" name="Shape 422">
            <a:hlinkClick r:id="rId2"/>
          </p:cNvPr>
          <p:cNvSpPr/>
          <p:nvPr/>
        </p:nvSpPr>
        <p:spPr>
          <a:xfrm>
            <a:off x="173128" y="1386409"/>
            <a:ext cx="1805428" cy="1840553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28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Faculty Lounge</a:t>
            </a:r>
            <a:endParaRPr sz="3200" dirty="0"/>
          </a:p>
        </p:txBody>
      </p:sp>
      <p:sp>
        <p:nvSpPr>
          <p:cNvPr id="5" name="Shape 423"/>
          <p:cNvSpPr txBox="1"/>
          <p:nvPr/>
        </p:nvSpPr>
        <p:spPr>
          <a:xfrm>
            <a:off x="180153" y="1442608"/>
            <a:ext cx="840573" cy="402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6-101</a:t>
            </a:r>
            <a:endParaRPr sz="2000" dirty="0"/>
          </a:p>
        </p:txBody>
      </p:sp>
      <p:sp>
        <p:nvSpPr>
          <p:cNvPr id="6" name="Shape 424">
            <a:hlinkClick r:id="rId3"/>
          </p:cNvPr>
          <p:cNvSpPr/>
          <p:nvPr/>
        </p:nvSpPr>
        <p:spPr>
          <a:xfrm>
            <a:off x="2414106" y="1393434"/>
            <a:ext cx="2283128" cy="1847578"/>
          </a:xfrm>
          <a:prstGeom prst="rect">
            <a:avLst/>
          </a:prstGeom>
          <a:solidFill>
            <a:srgbClr val="EBF1DE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Structures &amp; Hydrology lab</a:t>
            </a:r>
            <a:endParaRPr sz="2400" dirty="0"/>
          </a:p>
        </p:txBody>
      </p:sp>
      <p:sp>
        <p:nvSpPr>
          <p:cNvPr id="7" name="Shape 425"/>
          <p:cNvSpPr txBox="1"/>
          <p:nvPr/>
        </p:nvSpPr>
        <p:spPr>
          <a:xfrm>
            <a:off x="2435181" y="1442609"/>
            <a:ext cx="1106654" cy="56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6-102</a:t>
            </a:r>
            <a:endParaRPr sz="2400" dirty="0"/>
          </a:p>
        </p:txBody>
      </p:sp>
      <p:sp>
        <p:nvSpPr>
          <p:cNvPr id="8" name="Shape 426">
            <a:hlinkClick r:id="rId4"/>
          </p:cNvPr>
          <p:cNvSpPr/>
          <p:nvPr/>
        </p:nvSpPr>
        <p:spPr>
          <a:xfrm>
            <a:off x="4641034" y="1393434"/>
            <a:ext cx="2353378" cy="1847578"/>
          </a:xfrm>
          <a:prstGeom prst="rect">
            <a:avLst/>
          </a:prstGeom>
          <a:solidFill>
            <a:srgbClr val="EBF1DE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Structures &amp; Hydrology lab</a:t>
            </a:r>
            <a:endParaRPr sz="2400"/>
          </a:p>
        </p:txBody>
      </p:sp>
      <p:sp>
        <p:nvSpPr>
          <p:cNvPr id="9" name="Shape 427"/>
          <p:cNvSpPr txBox="1"/>
          <p:nvPr/>
        </p:nvSpPr>
        <p:spPr>
          <a:xfrm>
            <a:off x="4648059" y="1456658"/>
            <a:ext cx="1120704" cy="477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6-103</a:t>
            </a:r>
            <a:endParaRPr sz="2400" dirty="0"/>
          </a:p>
        </p:txBody>
      </p:sp>
      <p:sp>
        <p:nvSpPr>
          <p:cNvPr id="10" name="Shape 428">
            <a:hlinkClick r:id="rId5"/>
          </p:cNvPr>
          <p:cNvSpPr/>
          <p:nvPr/>
        </p:nvSpPr>
        <p:spPr>
          <a:xfrm>
            <a:off x="7633688" y="4020860"/>
            <a:ext cx="4889407" cy="167195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80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Electric </a:t>
            </a:r>
            <a:r>
              <a:rPr lang="en-US" sz="1800" dirty="0" err="1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Engg</a:t>
            </a:r>
            <a:r>
              <a:rPr lang="en-US" sz="180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 Lab 2</a:t>
            </a:r>
            <a:endParaRPr lang="en-US" sz="18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1" name="Shape 429"/>
          <p:cNvSpPr txBox="1"/>
          <p:nvPr/>
        </p:nvSpPr>
        <p:spPr>
          <a:xfrm>
            <a:off x="7668813" y="4048960"/>
            <a:ext cx="965725" cy="540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6-106</a:t>
            </a:r>
            <a:endParaRPr sz="2400" dirty="0"/>
          </a:p>
        </p:txBody>
      </p:sp>
      <p:sp>
        <p:nvSpPr>
          <p:cNvPr id="13" name="Shape 431"/>
          <p:cNvSpPr txBox="1"/>
          <p:nvPr/>
        </p:nvSpPr>
        <p:spPr>
          <a:xfrm>
            <a:off x="11660670" y="3975196"/>
            <a:ext cx="1000850" cy="5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6-107</a:t>
            </a:r>
            <a:endParaRPr sz="2400" dirty="0"/>
          </a:p>
        </p:txBody>
      </p:sp>
      <p:sp>
        <p:nvSpPr>
          <p:cNvPr id="14" name="Shape 620">
            <a:hlinkClick r:id="rId6"/>
          </p:cNvPr>
          <p:cNvSpPr/>
          <p:nvPr/>
        </p:nvSpPr>
        <p:spPr>
          <a:xfrm>
            <a:off x="7605653" y="2700085"/>
            <a:ext cx="997108" cy="540926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6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Bio Waste</a:t>
            </a:r>
            <a:endParaRPr sz="1800" dirty="0"/>
          </a:p>
        </p:txBody>
      </p:sp>
      <p:sp>
        <p:nvSpPr>
          <p:cNvPr id="15" name="Shape 621"/>
          <p:cNvSpPr txBox="1"/>
          <p:nvPr/>
        </p:nvSpPr>
        <p:spPr>
          <a:xfrm>
            <a:off x="7645666" y="2700085"/>
            <a:ext cx="509984" cy="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6-103A</a:t>
            </a:r>
            <a:endParaRPr sz="1200" dirty="0"/>
          </a:p>
        </p:txBody>
      </p:sp>
      <p:sp>
        <p:nvSpPr>
          <p:cNvPr id="16" name="Shape 622">
            <a:hlinkClick r:id="rId7"/>
          </p:cNvPr>
          <p:cNvSpPr/>
          <p:nvPr/>
        </p:nvSpPr>
        <p:spPr>
          <a:xfrm>
            <a:off x="2329806" y="6381263"/>
            <a:ext cx="2529004" cy="1847578"/>
          </a:xfrm>
          <a:custGeom>
            <a:avLst/>
            <a:gdLst/>
            <a:ahLst/>
            <a:cxnLst/>
            <a:rect l="l" t="t" r="r" b="b"/>
            <a:pathLst>
              <a:path w="3551465" h="2571750" extrusionOk="0">
                <a:moveTo>
                  <a:pt x="0" y="2571750"/>
                </a:moveTo>
                <a:lnTo>
                  <a:pt x="3551465" y="2571750"/>
                </a:lnTo>
                <a:cubicBezTo>
                  <a:pt x="3546929" y="1719036"/>
                  <a:pt x="3542394" y="866321"/>
                  <a:pt x="3537858" y="13607"/>
                </a:cubicBezTo>
                <a:lnTo>
                  <a:pt x="421822" y="0"/>
                </a:lnTo>
                <a:lnTo>
                  <a:pt x="449036" y="544285"/>
                </a:lnTo>
                <a:lnTo>
                  <a:pt x="27215" y="557893"/>
                </a:lnTo>
                <a:lnTo>
                  <a:pt x="0" y="25717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2400" dirty="0"/>
              <a:t>Maritime </a:t>
            </a:r>
            <a:r>
              <a:rPr lang="en-US" sz="2400" dirty="0" err="1"/>
              <a:t>Engg</a:t>
            </a:r>
            <a:endParaRPr lang="en-US" sz="2400" dirty="0"/>
          </a:p>
        </p:txBody>
      </p:sp>
      <p:sp>
        <p:nvSpPr>
          <p:cNvPr id="17" name="Shape 623"/>
          <p:cNvSpPr txBox="1"/>
          <p:nvPr/>
        </p:nvSpPr>
        <p:spPr>
          <a:xfrm>
            <a:off x="2624856" y="6423412"/>
            <a:ext cx="1102927" cy="48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6-111</a:t>
            </a:r>
            <a:endParaRPr sz="2400" dirty="0"/>
          </a:p>
        </p:txBody>
      </p:sp>
      <p:sp>
        <p:nvSpPr>
          <p:cNvPr id="18" name="Shape 624">
            <a:hlinkClick r:id="rId8"/>
          </p:cNvPr>
          <p:cNvSpPr/>
          <p:nvPr/>
        </p:nvSpPr>
        <p:spPr>
          <a:xfrm flipH="1">
            <a:off x="4774510" y="6381263"/>
            <a:ext cx="2550079" cy="1847578"/>
          </a:xfrm>
          <a:custGeom>
            <a:avLst/>
            <a:gdLst/>
            <a:ahLst/>
            <a:cxnLst/>
            <a:rect l="l" t="t" r="r" b="b"/>
            <a:pathLst>
              <a:path w="3551465" h="2571750" extrusionOk="0">
                <a:moveTo>
                  <a:pt x="0" y="2571750"/>
                </a:moveTo>
                <a:lnTo>
                  <a:pt x="3551465" y="2571750"/>
                </a:lnTo>
                <a:cubicBezTo>
                  <a:pt x="3546929" y="1719036"/>
                  <a:pt x="3542394" y="866321"/>
                  <a:pt x="3537858" y="13607"/>
                </a:cubicBezTo>
                <a:lnTo>
                  <a:pt x="421822" y="0"/>
                </a:lnTo>
                <a:lnTo>
                  <a:pt x="449036" y="544285"/>
                </a:lnTo>
                <a:lnTo>
                  <a:pt x="27215" y="557893"/>
                </a:lnTo>
                <a:lnTo>
                  <a:pt x="0" y="2571750"/>
                </a:lnTo>
                <a:close/>
              </a:path>
            </a:pathLst>
          </a:custGeom>
          <a:solidFill>
            <a:srgbClr val="EBF1DE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2400" dirty="0"/>
              <a:t>MSE</a:t>
            </a:r>
            <a:endParaRPr sz="2400" dirty="0"/>
          </a:p>
        </p:txBody>
      </p:sp>
      <p:sp>
        <p:nvSpPr>
          <p:cNvPr id="19" name="Shape 625"/>
          <p:cNvSpPr txBox="1"/>
          <p:nvPr/>
        </p:nvSpPr>
        <p:spPr>
          <a:xfrm>
            <a:off x="4802610" y="6416387"/>
            <a:ext cx="1369876" cy="64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6-110</a:t>
            </a:r>
            <a:endParaRPr sz="2400" dirty="0"/>
          </a:p>
        </p:txBody>
      </p:sp>
      <p:sp>
        <p:nvSpPr>
          <p:cNvPr id="20" name="Shape 626">
            <a:hlinkClick r:id="rId9"/>
          </p:cNvPr>
          <p:cNvSpPr/>
          <p:nvPr/>
        </p:nvSpPr>
        <p:spPr>
          <a:xfrm>
            <a:off x="7598564" y="6381263"/>
            <a:ext cx="2529004" cy="1847578"/>
          </a:xfrm>
          <a:custGeom>
            <a:avLst/>
            <a:gdLst/>
            <a:ahLst/>
            <a:cxnLst/>
            <a:rect l="l" t="t" r="r" b="b"/>
            <a:pathLst>
              <a:path w="3551465" h="2571750" extrusionOk="0">
                <a:moveTo>
                  <a:pt x="0" y="2571750"/>
                </a:moveTo>
                <a:lnTo>
                  <a:pt x="3551465" y="2571750"/>
                </a:lnTo>
                <a:cubicBezTo>
                  <a:pt x="3546929" y="1719036"/>
                  <a:pt x="3542394" y="866321"/>
                  <a:pt x="3537858" y="13607"/>
                </a:cubicBezTo>
                <a:lnTo>
                  <a:pt x="421822" y="0"/>
                </a:lnTo>
                <a:lnTo>
                  <a:pt x="449036" y="544285"/>
                </a:lnTo>
                <a:lnTo>
                  <a:pt x="27215" y="557893"/>
                </a:lnTo>
                <a:lnTo>
                  <a:pt x="0" y="25717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Physics lab</a:t>
            </a:r>
            <a:endParaRPr sz="2400" dirty="0"/>
          </a:p>
        </p:txBody>
      </p:sp>
      <p:sp>
        <p:nvSpPr>
          <p:cNvPr id="21" name="Shape 627">
            <a:hlinkClick r:id="rId10"/>
          </p:cNvPr>
          <p:cNvSpPr/>
          <p:nvPr/>
        </p:nvSpPr>
        <p:spPr>
          <a:xfrm flipH="1">
            <a:off x="10043267" y="6381263"/>
            <a:ext cx="2529004" cy="1840553"/>
          </a:xfrm>
          <a:custGeom>
            <a:avLst/>
            <a:gdLst/>
            <a:ahLst/>
            <a:cxnLst/>
            <a:rect l="l" t="t" r="r" b="b"/>
            <a:pathLst>
              <a:path w="3551465" h="2558143" extrusionOk="0">
                <a:moveTo>
                  <a:pt x="0" y="2558143"/>
                </a:moveTo>
                <a:lnTo>
                  <a:pt x="3551465" y="2558143"/>
                </a:lnTo>
                <a:cubicBezTo>
                  <a:pt x="3546929" y="1705429"/>
                  <a:pt x="3542394" y="852714"/>
                  <a:pt x="3537858" y="0"/>
                </a:cubicBezTo>
                <a:lnTo>
                  <a:pt x="843644" y="0"/>
                </a:lnTo>
                <a:lnTo>
                  <a:pt x="830037" y="571500"/>
                </a:lnTo>
                <a:lnTo>
                  <a:pt x="27215" y="544286"/>
                </a:lnTo>
                <a:lnTo>
                  <a:pt x="0" y="2558143"/>
                </a:lnTo>
                <a:close/>
              </a:path>
            </a:pathLst>
          </a:custGeom>
          <a:solidFill>
            <a:srgbClr val="EBF1DE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Chemistry lab</a:t>
            </a:r>
            <a:endParaRPr sz="2400" dirty="0"/>
          </a:p>
        </p:txBody>
      </p:sp>
      <p:sp>
        <p:nvSpPr>
          <p:cNvPr id="22" name="Shape 628"/>
          <p:cNvSpPr txBox="1"/>
          <p:nvPr/>
        </p:nvSpPr>
        <p:spPr>
          <a:xfrm>
            <a:off x="10043266" y="6402338"/>
            <a:ext cx="1227245" cy="5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6-108</a:t>
            </a:r>
            <a:endParaRPr sz="2400" dirty="0"/>
          </a:p>
        </p:txBody>
      </p:sp>
      <p:sp>
        <p:nvSpPr>
          <p:cNvPr id="23" name="Shape 629"/>
          <p:cNvSpPr txBox="1"/>
          <p:nvPr/>
        </p:nvSpPr>
        <p:spPr>
          <a:xfrm>
            <a:off x="7907663" y="6416387"/>
            <a:ext cx="1151277" cy="68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6-109</a:t>
            </a:r>
            <a:endParaRPr sz="2400" dirty="0"/>
          </a:p>
        </p:txBody>
      </p:sp>
      <p:sp>
        <p:nvSpPr>
          <p:cNvPr id="26" name="Shape 634"/>
          <p:cNvSpPr txBox="1"/>
          <p:nvPr/>
        </p:nvSpPr>
        <p:spPr>
          <a:xfrm>
            <a:off x="2400055" y="3975196"/>
            <a:ext cx="1141780" cy="681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6-104</a:t>
            </a:r>
            <a:endParaRPr sz="2400" dirty="0"/>
          </a:p>
        </p:txBody>
      </p:sp>
      <p:sp>
        <p:nvSpPr>
          <p:cNvPr id="27" name="Shape 635">
            <a:hlinkClick r:id="rId11"/>
          </p:cNvPr>
          <p:cNvSpPr/>
          <p:nvPr/>
        </p:nvSpPr>
        <p:spPr>
          <a:xfrm>
            <a:off x="4847662" y="4034910"/>
            <a:ext cx="2457719" cy="1664927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Fuel cell &amp;Gas Research lab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200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(ME/Che)</a:t>
            </a:r>
            <a:endParaRPr lang="en-US" sz="2400" dirty="0"/>
          </a:p>
        </p:txBody>
      </p:sp>
      <p:sp>
        <p:nvSpPr>
          <p:cNvPr id="28" name="Shape 636"/>
          <p:cNvSpPr txBox="1"/>
          <p:nvPr/>
        </p:nvSpPr>
        <p:spPr>
          <a:xfrm>
            <a:off x="4814801" y="4070034"/>
            <a:ext cx="1102927" cy="66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6-105</a:t>
            </a:r>
            <a:endParaRPr sz="2400" dirty="0"/>
          </a:p>
        </p:txBody>
      </p:sp>
      <p:sp>
        <p:nvSpPr>
          <p:cNvPr id="30" name="Rectangle 29"/>
          <p:cNvSpPr/>
          <p:nvPr/>
        </p:nvSpPr>
        <p:spPr>
          <a:xfrm>
            <a:off x="2419963" y="1372358"/>
            <a:ext cx="4585045" cy="1868653"/>
          </a:xfrm>
          <a:prstGeom prst="rect">
            <a:avLst/>
          </a:prstGeom>
          <a:solidFill>
            <a:srgbClr val="ED9121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CE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386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244451" y="725495"/>
            <a:ext cx="1709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US" sz="3600" dirty="0"/>
              <a:t>AB6- GF</a:t>
            </a:r>
            <a:endParaRPr lang="en-IN" sz="3600" dirty="0"/>
          </a:p>
        </p:txBody>
      </p:sp>
      <p:sp>
        <p:nvSpPr>
          <p:cNvPr id="2" name="Rectangle 1"/>
          <p:cNvSpPr/>
          <p:nvPr/>
        </p:nvSpPr>
        <p:spPr>
          <a:xfrm>
            <a:off x="4847662" y="4041934"/>
            <a:ext cx="795176" cy="1678328"/>
          </a:xfrm>
          <a:prstGeom prst="rect">
            <a:avLst/>
          </a:prstGeom>
          <a:solidFill>
            <a:srgbClr val="00FFFF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Chem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42838" y="4048960"/>
            <a:ext cx="1662543" cy="1678328"/>
          </a:xfrm>
          <a:prstGeom prst="rect">
            <a:avLst/>
          </a:prstGeom>
          <a:solidFill>
            <a:srgbClr val="FF000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432">
            <a:hlinkClick r:id="rId2"/>
          </p:cNvPr>
          <p:cNvSpPr/>
          <p:nvPr/>
        </p:nvSpPr>
        <p:spPr>
          <a:xfrm>
            <a:off x="86745" y="1240281"/>
            <a:ext cx="1999603" cy="1685563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24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Classroom</a:t>
            </a:r>
            <a:endParaRPr sz="1600" dirty="0"/>
          </a:p>
        </p:txBody>
      </p:sp>
      <p:sp>
        <p:nvSpPr>
          <p:cNvPr id="37" name="Shape 433"/>
          <p:cNvSpPr txBox="1"/>
          <p:nvPr/>
        </p:nvSpPr>
        <p:spPr>
          <a:xfrm>
            <a:off x="105972" y="1272325"/>
            <a:ext cx="868860" cy="46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6-201</a:t>
            </a:r>
            <a:endParaRPr sz="1600" dirty="0"/>
          </a:p>
        </p:txBody>
      </p:sp>
      <p:sp>
        <p:nvSpPr>
          <p:cNvPr id="38" name="Shape 434">
            <a:hlinkClick r:id="rId3"/>
          </p:cNvPr>
          <p:cNvSpPr/>
          <p:nvPr/>
        </p:nvSpPr>
        <p:spPr>
          <a:xfrm>
            <a:off x="2488836" y="1240281"/>
            <a:ext cx="1999603" cy="1249752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24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Classroom</a:t>
            </a:r>
            <a:endParaRPr sz="2800" dirty="0"/>
          </a:p>
        </p:txBody>
      </p:sp>
      <p:sp>
        <p:nvSpPr>
          <p:cNvPr id="39" name="Shape 435"/>
          <p:cNvSpPr txBox="1"/>
          <p:nvPr/>
        </p:nvSpPr>
        <p:spPr>
          <a:xfrm>
            <a:off x="2502339" y="1262712"/>
            <a:ext cx="827455" cy="394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6-202</a:t>
            </a:r>
            <a:endParaRPr sz="1600" dirty="0"/>
          </a:p>
        </p:txBody>
      </p:sp>
      <p:sp>
        <p:nvSpPr>
          <p:cNvPr id="40" name="Shape 436">
            <a:hlinkClick r:id="rId4"/>
          </p:cNvPr>
          <p:cNvSpPr/>
          <p:nvPr/>
        </p:nvSpPr>
        <p:spPr>
          <a:xfrm>
            <a:off x="4483308" y="1240281"/>
            <a:ext cx="2121374" cy="1249752"/>
          </a:xfrm>
          <a:prstGeom prst="rect">
            <a:avLst/>
          </a:prstGeom>
          <a:solidFill>
            <a:srgbClr val="0000FF">
              <a:alpha val="90000"/>
            </a:srgb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8978" tIns="24482" rIns="48978" bIns="24482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1200"/>
            </a:pPr>
            <a:r>
              <a:rPr lang="en-US" sz="2400" dirty="0">
                <a:sym typeface="Calibri"/>
              </a:rPr>
              <a:t>BSE</a:t>
            </a:r>
            <a:endParaRPr sz="2400" dirty="0"/>
          </a:p>
        </p:txBody>
      </p:sp>
      <p:sp>
        <p:nvSpPr>
          <p:cNvPr id="41" name="Shape 437"/>
          <p:cNvSpPr txBox="1"/>
          <p:nvPr/>
        </p:nvSpPr>
        <p:spPr>
          <a:xfrm>
            <a:off x="4514838" y="1280528"/>
            <a:ext cx="806436" cy="376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6-203</a:t>
            </a:r>
            <a:endParaRPr sz="1800" b="1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67" name="Shape 642"/>
          <p:cNvSpPr/>
          <p:nvPr/>
        </p:nvSpPr>
        <p:spPr>
          <a:xfrm>
            <a:off x="147485" y="595782"/>
            <a:ext cx="2153419" cy="6152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100"/>
          </a:p>
        </p:txBody>
      </p:sp>
      <p:sp>
        <p:nvSpPr>
          <p:cNvPr id="73" name="Shape 442">
            <a:hlinkClick r:id="rId5"/>
          </p:cNvPr>
          <p:cNvSpPr/>
          <p:nvPr/>
        </p:nvSpPr>
        <p:spPr>
          <a:xfrm>
            <a:off x="7419951" y="4184428"/>
            <a:ext cx="2266091" cy="1805367"/>
          </a:xfrm>
          <a:prstGeom prst="rect">
            <a:avLst/>
          </a:prstGeom>
          <a:solidFill>
            <a:srgbClr val="0000FF">
              <a:alpha val="90000"/>
            </a:srgb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SzPts val="1200"/>
            </a:pPr>
            <a:r>
              <a:rPr lang="en-US" sz="2400" dirty="0"/>
              <a:t>  </a:t>
            </a:r>
          </a:p>
          <a:p>
            <a:pPr>
              <a:buSzPts val="1200"/>
            </a:pPr>
            <a:r>
              <a:rPr lang="en-US" sz="2400" dirty="0"/>
              <a:t>   BSE</a:t>
            </a:r>
          </a:p>
        </p:txBody>
      </p:sp>
      <p:sp>
        <p:nvSpPr>
          <p:cNvPr id="69" name="Shape 438">
            <a:hlinkClick r:id="rId6"/>
          </p:cNvPr>
          <p:cNvSpPr/>
          <p:nvPr/>
        </p:nvSpPr>
        <p:spPr>
          <a:xfrm>
            <a:off x="2547199" y="4228283"/>
            <a:ext cx="2213695" cy="176151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8978" tIns="24482" rIns="48978" bIns="24482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1200"/>
            </a:pPr>
            <a:r>
              <a:rPr lang="en-US" sz="2400" dirty="0">
                <a:solidFill>
                  <a:schemeClr val="tx1"/>
                </a:solidFill>
                <a:sym typeface="Calibri"/>
              </a:rPr>
              <a:t>Cognitive</a:t>
            </a:r>
            <a:r>
              <a:rPr lang="en-US" sz="10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solidFill>
                  <a:schemeClr val="tx1"/>
                </a:solidFill>
                <a:sym typeface="Calibri"/>
              </a:rPr>
              <a:t>Sciences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70" name="Shape 439"/>
          <p:cNvSpPr txBox="1"/>
          <p:nvPr/>
        </p:nvSpPr>
        <p:spPr>
          <a:xfrm>
            <a:off x="2566846" y="4242901"/>
            <a:ext cx="652312" cy="35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978" tIns="24482" rIns="48978" bIns="24482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6-204</a:t>
            </a:r>
            <a:endParaRPr sz="1800" dirty="0"/>
          </a:p>
        </p:txBody>
      </p:sp>
      <p:sp>
        <p:nvSpPr>
          <p:cNvPr id="71" name="Shape 440">
            <a:hlinkClick r:id="rId7"/>
          </p:cNvPr>
          <p:cNvSpPr/>
          <p:nvPr/>
        </p:nvSpPr>
        <p:spPr>
          <a:xfrm>
            <a:off x="4760894" y="4228283"/>
            <a:ext cx="2351234" cy="1761513"/>
          </a:xfrm>
          <a:prstGeom prst="rect">
            <a:avLst/>
          </a:prstGeom>
          <a:solidFill>
            <a:srgbClr val="0000FF">
              <a:alpha val="90000"/>
            </a:srgb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8978" tIns="24482" rIns="48978" bIns="24482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1200"/>
            </a:pPr>
            <a:r>
              <a:rPr lang="en-US" sz="2400" dirty="0">
                <a:solidFill>
                  <a:schemeClr val="tx1"/>
                </a:solidFill>
              </a:rPr>
              <a:t>BSE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72" name="Shape 441"/>
          <p:cNvSpPr txBox="1"/>
          <p:nvPr/>
        </p:nvSpPr>
        <p:spPr>
          <a:xfrm>
            <a:off x="4793642" y="4264827"/>
            <a:ext cx="639211" cy="421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978" tIns="24482" rIns="48978" bIns="24482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6-205</a:t>
            </a:r>
            <a:endParaRPr sz="1800" dirty="0"/>
          </a:p>
        </p:txBody>
      </p:sp>
      <p:sp>
        <p:nvSpPr>
          <p:cNvPr id="74" name="Shape 443"/>
          <p:cNvSpPr txBox="1"/>
          <p:nvPr/>
        </p:nvSpPr>
        <p:spPr>
          <a:xfrm>
            <a:off x="7446148" y="4213665"/>
            <a:ext cx="776736" cy="472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978" tIns="24482" rIns="48978" bIns="24482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6-206</a:t>
            </a:r>
            <a:endParaRPr sz="1800" dirty="0"/>
          </a:p>
        </p:txBody>
      </p:sp>
      <p:sp>
        <p:nvSpPr>
          <p:cNvPr id="75" name="Shape 444">
            <a:hlinkClick r:id="rId8"/>
          </p:cNvPr>
          <p:cNvSpPr/>
          <p:nvPr/>
        </p:nvSpPr>
        <p:spPr>
          <a:xfrm>
            <a:off x="9686042" y="4184428"/>
            <a:ext cx="2829338" cy="1805367"/>
          </a:xfrm>
          <a:prstGeom prst="rect">
            <a:avLst/>
          </a:prstGeom>
          <a:solidFill>
            <a:srgbClr val="0000FF">
              <a:alpha val="90000"/>
            </a:srgb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8978" tIns="24482" rIns="48978" bIns="24482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1200"/>
            </a:pPr>
            <a:r>
              <a:rPr lang="en-US" sz="2400" dirty="0">
                <a:solidFill>
                  <a:schemeClr val="tx1"/>
                </a:solidFill>
              </a:rPr>
              <a:t>BSE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76" name="Shape 445"/>
          <p:cNvSpPr txBox="1"/>
          <p:nvPr/>
        </p:nvSpPr>
        <p:spPr>
          <a:xfrm>
            <a:off x="9712239" y="4191736"/>
            <a:ext cx="776736" cy="419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978" tIns="24482" rIns="48978" bIns="24482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6-207</a:t>
            </a:r>
            <a:endParaRPr sz="1800" b="1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77" name="Shape 446">
            <a:hlinkClick r:id="rId9"/>
          </p:cNvPr>
          <p:cNvSpPr/>
          <p:nvPr/>
        </p:nvSpPr>
        <p:spPr>
          <a:xfrm>
            <a:off x="10613036" y="7108101"/>
            <a:ext cx="1948191" cy="1432598"/>
          </a:xfrm>
          <a:prstGeom prst="rect">
            <a:avLst/>
          </a:prstGeom>
          <a:solidFill>
            <a:srgbClr val="0000FF">
              <a:alpha val="90000"/>
            </a:srgb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8978" tIns="24482" rIns="48978" bIns="24482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1200"/>
            </a:pPr>
            <a:r>
              <a:rPr lang="en-US" sz="2400" dirty="0">
                <a:solidFill>
                  <a:schemeClr val="tx1"/>
                </a:solidFill>
              </a:rPr>
              <a:t>BSE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78" name="Shape 447"/>
          <p:cNvSpPr txBox="1"/>
          <p:nvPr/>
        </p:nvSpPr>
        <p:spPr>
          <a:xfrm>
            <a:off x="10605700" y="7122718"/>
            <a:ext cx="635300" cy="37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978" tIns="24482" rIns="48978" bIns="24482" anchor="t" anchorCtr="0">
            <a:noAutofit/>
          </a:bodyPr>
          <a:lstStyle>
            <a:defPPr>
              <a:defRPr lang="en-US"/>
            </a:defPPr>
            <a:lvl1pPr marL="0" indent="0">
              <a:buClr>
                <a:schemeClr val="dk1"/>
              </a:buClr>
              <a:buSzPts val="1400"/>
              <a:defRPr sz="1800" b="1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6-208</a:t>
            </a:r>
            <a:endParaRPr dirty="0"/>
          </a:p>
        </p:txBody>
      </p:sp>
      <p:sp>
        <p:nvSpPr>
          <p:cNvPr id="79" name="Shape 448">
            <a:hlinkClick r:id="rId10"/>
          </p:cNvPr>
          <p:cNvSpPr/>
          <p:nvPr/>
        </p:nvSpPr>
        <p:spPr>
          <a:xfrm>
            <a:off x="9162089" y="7108101"/>
            <a:ext cx="1447417" cy="1432598"/>
          </a:xfrm>
          <a:prstGeom prst="rect">
            <a:avLst/>
          </a:prstGeom>
          <a:solidFill>
            <a:srgbClr val="0000FF">
              <a:alpha val="90000"/>
            </a:srgb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8978" tIns="24482" rIns="48978" bIns="24482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1200"/>
            </a:pPr>
            <a:r>
              <a:rPr lang="en-US" sz="2400" dirty="0">
                <a:solidFill>
                  <a:schemeClr val="tx1"/>
                </a:solidFill>
              </a:rPr>
              <a:t>BSE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80" name="Shape 449"/>
          <p:cNvSpPr txBox="1"/>
          <p:nvPr/>
        </p:nvSpPr>
        <p:spPr>
          <a:xfrm>
            <a:off x="9165620" y="7130028"/>
            <a:ext cx="802934" cy="370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978" tIns="24482" rIns="48978" bIns="24482" anchor="t" anchorCtr="0">
            <a:noAutofit/>
          </a:bodyPr>
          <a:lstStyle>
            <a:defPPr>
              <a:defRPr lang="en-US"/>
            </a:defPPr>
            <a:lvl1pPr marL="0" indent="0">
              <a:buClr>
                <a:schemeClr val="dk1"/>
              </a:buClr>
              <a:buSzPts val="1400"/>
              <a:defRPr sz="1800" b="1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6-209</a:t>
            </a:r>
            <a:endParaRPr dirty="0"/>
          </a:p>
        </p:txBody>
      </p:sp>
      <p:sp>
        <p:nvSpPr>
          <p:cNvPr id="81" name="Shape 450">
            <a:hlinkClick r:id="rId11"/>
          </p:cNvPr>
          <p:cNvSpPr/>
          <p:nvPr/>
        </p:nvSpPr>
        <p:spPr>
          <a:xfrm>
            <a:off x="7400301" y="7108101"/>
            <a:ext cx="1761789" cy="1432598"/>
          </a:xfrm>
          <a:prstGeom prst="rect">
            <a:avLst/>
          </a:prstGeom>
          <a:solidFill>
            <a:srgbClr val="0000FF">
              <a:alpha val="90000"/>
            </a:srgb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8978" tIns="24482" rIns="48978" bIns="24482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1200"/>
            </a:pPr>
            <a:r>
              <a:rPr lang="en-US" sz="2400" dirty="0">
                <a:solidFill>
                  <a:schemeClr val="tx1"/>
                </a:solidFill>
              </a:rPr>
              <a:t>BSE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82" name="Shape 451"/>
          <p:cNvSpPr txBox="1"/>
          <p:nvPr/>
        </p:nvSpPr>
        <p:spPr>
          <a:xfrm>
            <a:off x="7433049" y="7144646"/>
            <a:ext cx="789835" cy="356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978" tIns="24482" rIns="48978" bIns="24482" anchor="t" anchorCtr="0">
            <a:noAutofit/>
          </a:bodyPr>
          <a:lstStyle>
            <a:defPPr>
              <a:defRPr lang="en-US"/>
            </a:defPPr>
            <a:lvl1pPr marL="0" indent="0">
              <a:buClr>
                <a:schemeClr val="dk1"/>
              </a:buClr>
              <a:buSzPts val="1400"/>
              <a:defRPr sz="1800" b="1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>
                <a:sym typeface="Calibri"/>
              </a:rPr>
              <a:t>6-210</a:t>
            </a:r>
            <a:endParaRPr dirty="0"/>
          </a:p>
        </p:txBody>
      </p:sp>
      <p:sp>
        <p:nvSpPr>
          <p:cNvPr id="83" name="Shape 452">
            <a:hlinkClick r:id="rId12"/>
          </p:cNvPr>
          <p:cNvSpPr/>
          <p:nvPr/>
        </p:nvSpPr>
        <p:spPr>
          <a:xfrm>
            <a:off x="5677810" y="7111486"/>
            <a:ext cx="1414669" cy="145452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8978" tIns="24482" rIns="48978" bIns="24482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1200"/>
            </a:pPr>
            <a:r>
              <a:rPr lang="en-US" sz="2400" dirty="0">
                <a:solidFill>
                  <a:schemeClr val="tx1"/>
                </a:solidFill>
              </a:rPr>
              <a:t>Fire</a:t>
            </a:r>
            <a:r>
              <a:rPr lang="en-US" sz="105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Lab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84" name="Shape 453"/>
          <p:cNvSpPr txBox="1"/>
          <p:nvPr/>
        </p:nvSpPr>
        <p:spPr>
          <a:xfrm>
            <a:off x="5687103" y="7140722"/>
            <a:ext cx="687137" cy="360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978" tIns="24482" rIns="48978" bIns="24482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6-211</a:t>
            </a:r>
            <a:endParaRPr sz="1800" b="1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85" name="Shape 454">
            <a:hlinkClick r:id="rId13"/>
          </p:cNvPr>
          <p:cNvSpPr/>
          <p:nvPr/>
        </p:nvSpPr>
        <p:spPr>
          <a:xfrm>
            <a:off x="4234200" y="7111486"/>
            <a:ext cx="1456710" cy="1454528"/>
          </a:xfrm>
          <a:prstGeom prst="rect">
            <a:avLst/>
          </a:prstGeom>
          <a:solidFill>
            <a:srgbClr val="00FFFF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8978" tIns="24482" rIns="48978" bIns="24482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1200"/>
            </a:pPr>
            <a:r>
              <a:rPr lang="en-US" sz="2400" dirty="0">
                <a:solidFill>
                  <a:schemeClr val="tx1"/>
                </a:solidFill>
                <a:sym typeface="Calibri"/>
              </a:rPr>
              <a:t>Chemistry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86" name="Shape 455"/>
          <p:cNvSpPr txBox="1"/>
          <p:nvPr/>
        </p:nvSpPr>
        <p:spPr>
          <a:xfrm>
            <a:off x="4210746" y="7140722"/>
            <a:ext cx="844871" cy="370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978" tIns="24482" rIns="48978" bIns="24482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6-212</a:t>
            </a:r>
            <a:endParaRPr sz="1800" b="1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87" name="Shape 456">
            <a:hlinkClick r:id="rId14"/>
          </p:cNvPr>
          <p:cNvSpPr/>
          <p:nvPr/>
        </p:nvSpPr>
        <p:spPr>
          <a:xfrm>
            <a:off x="2527551" y="7111486"/>
            <a:ext cx="1715942" cy="1454528"/>
          </a:xfrm>
          <a:prstGeom prst="rect">
            <a:avLst/>
          </a:prstGeom>
          <a:solidFill>
            <a:srgbClr val="0000FF">
              <a:alpha val="90000"/>
            </a:srgb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8978" tIns="24482" rIns="48978" bIns="24482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1200"/>
            </a:pPr>
            <a:r>
              <a:rPr lang="en-US" sz="2400" dirty="0">
                <a:solidFill>
                  <a:schemeClr val="tx1"/>
                </a:solidFill>
              </a:rPr>
              <a:t>BSE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88" name="Shape 457"/>
          <p:cNvSpPr txBox="1"/>
          <p:nvPr/>
        </p:nvSpPr>
        <p:spPr>
          <a:xfrm>
            <a:off x="2553750" y="7140722"/>
            <a:ext cx="733531" cy="370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978" tIns="24482" rIns="48978" bIns="24482" anchor="t" anchorCtr="0">
            <a:noAutofit/>
          </a:bodyPr>
          <a:lstStyle>
            <a:defPPr>
              <a:defRPr lang="en-US"/>
            </a:defPPr>
            <a:lvl1pPr marL="0" indent="0">
              <a:buClr>
                <a:schemeClr val="dk1"/>
              </a:buClr>
              <a:buSzPts val="1400"/>
              <a:defRPr sz="1800" b="1">
                <a:solidFill>
                  <a:schemeClr val="dk1"/>
                </a:solidFill>
                <a:latin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6-213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288266" y="740100"/>
            <a:ext cx="16257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US" sz="3600" dirty="0"/>
              <a:t>AB6- FF</a:t>
            </a:r>
            <a:endParaRPr lang="en-IN" sz="3600" dirty="0"/>
          </a:p>
        </p:txBody>
      </p:sp>
      <p:sp>
        <p:nvSpPr>
          <p:cNvPr id="2" name="Rectangle 1"/>
          <p:cNvSpPr/>
          <p:nvPr/>
        </p:nvSpPr>
        <p:spPr>
          <a:xfrm>
            <a:off x="8367846" y="4206356"/>
            <a:ext cx="1305098" cy="17834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Physics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49"/>
          <p:cNvSpPr txBox="1"/>
          <p:nvPr/>
        </p:nvSpPr>
        <p:spPr>
          <a:xfrm>
            <a:off x="10304776" y="498165"/>
            <a:ext cx="16321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US" sz="3600" dirty="0"/>
              <a:t>AB6- SF</a:t>
            </a:r>
            <a:endParaRPr lang="en-IN" sz="3600" dirty="0"/>
          </a:p>
        </p:txBody>
      </p:sp>
      <p:grpSp>
        <p:nvGrpSpPr>
          <p:cNvPr id="147" name="Group 146"/>
          <p:cNvGrpSpPr/>
          <p:nvPr/>
        </p:nvGrpSpPr>
        <p:grpSpPr>
          <a:xfrm>
            <a:off x="321121" y="1284950"/>
            <a:ext cx="12412823" cy="8173402"/>
            <a:chOff x="321121" y="1284950"/>
            <a:chExt cx="12412823" cy="8173402"/>
          </a:xfrm>
        </p:grpSpPr>
        <p:grpSp>
          <p:nvGrpSpPr>
            <p:cNvPr id="146" name="Group 145"/>
            <p:cNvGrpSpPr/>
            <p:nvPr/>
          </p:nvGrpSpPr>
          <p:grpSpPr>
            <a:xfrm>
              <a:off x="1229660" y="1284950"/>
              <a:ext cx="620237" cy="1213504"/>
              <a:chOff x="1229660" y="1284950"/>
              <a:chExt cx="620237" cy="1213504"/>
            </a:xfrm>
          </p:grpSpPr>
          <p:sp>
            <p:nvSpPr>
              <p:cNvPr id="22" name="Shape 476">
                <a:hlinkClick r:id="rId2"/>
              </p:cNvPr>
              <p:cNvSpPr/>
              <p:nvPr/>
            </p:nvSpPr>
            <p:spPr>
              <a:xfrm>
                <a:off x="1229661" y="1284950"/>
                <a:ext cx="620236" cy="600010"/>
              </a:xfrm>
              <a:prstGeom prst="rect">
                <a:avLst/>
              </a:prstGeom>
              <a:solidFill>
                <a:srgbClr val="DCE6F1"/>
              </a:solidFill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1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</a:pPr>
                <a:r>
                  <a:rPr lang="en-US" sz="800" dirty="0">
                    <a:solidFill>
                      <a:srgbClr val="000000"/>
                    </a:solidFill>
                    <a:latin typeface="Calibri"/>
                    <a:cs typeface="Calibri"/>
                    <a:sym typeface="Calibri"/>
                  </a:rPr>
                  <a:t>Interview Room</a:t>
                </a:r>
                <a:endParaRPr sz="800" dirty="0">
                  <a:solidFill>
                    <a:srgbClr val="000000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21" name="Shape 475">
                <a:hlinkClick r:id="rId3"/>
              </p:cNvPr>
              <p:cNvSpPr/>
              <p:nvPr/>
            </p:nvSpPr>
            <p:spPr>
              <a:xfrm>
                <a:off x="1229660" y="1884960"/>
                <a:ext cx="620236" cy="613494"/>
              </a:xfrm>
              <a:prstGeom prst="rect">
                <a:avLst/>
              </a:prstGeom>
              <a:solidFill>
                <a:srgbClr val="DCE6F1"/>
              </a:solidFill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1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</a:pPr>
                <a:r>
                  <a:rPr lang="en-US" sz="800" dirty="0">
                    <a:solidFill>
                      <a:srgbClr val="000000"/>
                    </a:solidFill>
                    <a:latin typeface="Calibri"/>
                    <a:cs typeface="Calibri"/>
                    <a:sym typeface="Calibri"/>
                  </a:rPr>
                  <a:t>Interview Room</a:t>
                </a:r>
                <a:endParaRPr sz="800" dirty="0">
                  <a:solidFill>
                    <a:srgbClr val="000000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23" name="Shape 477"/>
              <p:cNvSpPr txBox="1"/>
              <p:nvPr/>
            </p:nvSpPr>
            <p:spPr>
              <a:xfrm>
                <a:off x="1263171" y="1892911"/>
                <a:ext cx="346389" cy="215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>
                <a:defPPr>
                  <a:defRPr lang="en-US"/>
                </a:defPPr>
                <a:lvl1pPr marL="0" lvl="0" indent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  <a:defRPr sz="10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</a:defRPr>
                </a:lvl1pPr>
                <a:lvl2pPr marL="457200" indent="0">
                  <a:defRPr sz="1100">
                    <a:latin typeface="+mn-lt"/>
                  </a:defRPr>
                </a:lvl2pPr>
                <a:lvl3pPr marL="914400" indent="0">
                  <a:defRPr sz="1100">
                    <a:latin typeface="+mn-lt"/>
                  </a:defRPr>
                </a:lvl3pPr>
                <a:lvl4pPr marL="1371600" indent="0">
                  <a:defRPr sz="1100">
                    <a:latin typeface="+mn-lt"/>
                  </a:defRPr>
                </a:lvl4pPr>
                <a:lvl5pPr marL="1828800" indent="0">
                  <a:defRPr sz="1100">
                    <a:latin typeface="+mn-lt"/>
                  </a:defRPr>
                </a:lvl5pPr>
                <a:lvl6pPr marL="2286000" indent="0">
                  <a:defRPr sz="1100">
                    <a:latin typeface="+mn-lt"/>
                  </a:defRPr>
                </a:lvl6pPr>
                <a:lvl7pPr marL="2743200" indent="0">
                  <a:defRPr sz="1100">
                    <a:latin typeface="+mn-lt"/>
                  </a:defRPr>
                </a:lvl7pPr>
                <a:lvl8pPr marL="3200400" indent="0">
                  <a:defRPr sz="1100">
                    <a:latin typeface="+mn-lt"/>
                  </a:defRPr>
                </a:lvl8pPr>
                <a:lvl9pPr marL="3657600" indent="0">
                  <a:defRPr sz="1100">
                    <a:latin typeface="+mn-lt"/>
                  </a:defRPr>
                </a:lvl9pPr>
              </a:lstStyle>
              <a:p>
                <a:r>
                  <a:rPr lang="en-US" dirty="0">
                    <a:sym typeface="Calibri"/>
                  </a:rPr>
                  <a:t>6-310</a:t>
                </a:r>
                <a:endParaRPr dirty="0"/>
              </a:p>
            </p:txBody>
          </p:sp>
          <p:sp>
            <p:nvSpPr>
              <p:cNvPr id="24" name="Shape 478"/>
              <p:cNvSpPr txBox="1"/>
              <p:nvPr/>
            </p:nvSpPr>
            <p:spPr>
              <a:xfrm>
                <a:off x="1254398" y="1300671"/>
                <a:ext cx="323078" cy="215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>
                <a:defPPr>
                  <a:defRPr lang="en-US"/>
                </a:defPPr>
                <a:lvl1pPr marL="0" lvl="0" indent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  <a:defRPr sz="10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</a:defRPr>
                </a:lvl1pPr>
                <a:lvl2pPr marL="457200" indent="0">
                  <a:defRPr sz="1100">
                    <a:latin typeface="+mn-lt"/>
                  </a:defRPr>
                </a:lvl2pPr>
                <a:lvl3pPr marL="914400" indent="0">
                  <a:defRPr sz="1100">
                    <a:latin typeface="+mn-lt"/>
                  </a:defRPr>
                </a:lvl3pPr>
                <a:lvl4pPr marL="1371600" indent="0">
                  <a:defRPr sz="1100">
                    <a:latin typeface="+mn-lt"/>
                  </a:defRPr>
                </a:lvl4pPr>
                <a:lvl5pPr marL="1828800" indent="0">
                  <a:defRPr sz="1100">
                    <a:latin typeface="+mn-lt"/>
                  </a:defRPr>
                </a:lvl5pPr>
                <a:lvl6pPr marL="2286000" indent="0">
                  <a:defRPr sz="1100">
                    <a:latin typeface="+mn-lt"/>
                  </a:defRPr>
                </a:lvl6pPr>
                <a:lvl7pPr marL="2743200" indent="0">
                  <a:defRPr sz="1100">
                    <a:latin typeface="+mn-lt"/>
                  </a:defRPr>
                </a:lvl7pPr>
                <a:lvl8pPr marL="3200400" indent="0">
                  <a:defRPr sz="1100">
                    <a:latin typeface="+mn-lt"/>
                  </a:defRPr>
                </a:lvl8pPr>
                <a:lvl9pPr marL="3657600" indent="0">
                  <a:defRPr sz="1100">
                    <a:latin typeface="+mn-lt"/>
                  </a:defRPr>
                </a:lvl9pPr>
              </a:lstStyle>
              <a:p>
                <a:r>
                  <a:rPr lang="en-US" dirty="0">
                    <a:sym typeface="Calibri"/>
                  </a:rPr>
                  <a:t>6-311</a:t>
                </a:r>
                <a:endParaRPr dirty="0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2657913" y="1299545"/>
              <a:ext cx="4399800" cy="1458745"/>
              <a:chOff x="2625466" y="1283713"/>
              <a:chExt cx="4399800" cy="1458745"/>
            </a:xfrm>
          </p:grpSpPr>
          <p:sp>
            <p:nvSpPr>
              <p:cNvPr id="27" name="Shape 481">
                <a:hlinkClick r:id="rId4"/>
              </p:cNvPr>
              <p:cNvSpPr/>
              <p:nvPr/>
            </p:nvSpPr>
            <p:spPr>
              <a:xfrm>
                <a:off x="2625466" y="2123136"/>
                <a:ext cx="703295" cy="606833"/>
              </a:xfrm>
              <a:prstGeom prst="rect">
                <a:avLst/>
              </a:prstGeom>
              <a:solidFill>
                <a:srgbClr val="DCE6F1"/>
              </a:solidFill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1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</a:pPr>
                <a:r>
                  <a:rPr lang="en-US" sz="1000">
                    <a:solidFill>
                      <a:srgbClr val="000000"/>
                    </a:solidFill>
                    <a:ea typeface="Calibri"/>
                    <a:cs typeface="Calibri"/>
                    <a:sym typeface="Calibri"/>
                  </a:rPr>
                  <a:t>Physics</a:t>
                </a:r>
                <a:endParaRPr sz="1000" dirty="0"/>
              </a:p>
            </p:txBody>
          </p:sp>
          <p:sp>
            <p:nvSpPr>
              <p:cNvPr id="28" name="Shape 482"/>
              <p:cNvSpPr txBox="1"/>
              <p:nvPr/>
            </p:nvSpPr>
            <p:spPr>
              <a:xfrm>
                <a:off x="2658594" y="2139675"/>
                <a:ext cx="505627" cy="215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>
                <a:defPPr>
                  <a:defRPr lang="en-US"/>
                </a:defPPr>
                <a:lvl1pPr marL="0" lvl="0" indent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  <a:defRPr sz="10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</a:defRPr>
                </a:lvl1pPr>
                <a:lvl2pPr marL="457200" indent="0">
                  <a:defRPr sz="1100">
                    <a:latin typeface="+mn-lt"/>
                  </a:defRPr>
                </a:lvl2pPr>
                <a:lvl3pPr marL="914400" indent="0">
                  <a:defRPr sz="1100">
                    <a:latin typeface="+mn-lt"/>
                  </a:defRPr>
                </a:lvl3pPr>
                <a:lvl4pPr marL="1371600" indent="0">
                  <a:defRPr sz="1100">
                    <a:latin typeface="+mn-lt"/>
                  </a:defRPr>
                </a:lvl4pPr>
                <a:lvl5pPr marL="1828800" indent="0">
                  <a:defRPr sz="1100">
                    <a:latin typeface="+mn-lt"/>
                  </a:defRPr>
                </a:lvl5pPr>
                <a:lvl6pPr marL="2286000" indent="0">
                  <a:defRPr sz="1100">
                    <a:latin typeface="+mn-lt"/>
                  </a:defRPr>
                </a:lvl6pPr>
                <a:lvl7pPr marL="2743200" indent="0">
                  <a:defRPr sz="1100">
                    <a:latin typeface="+mn-lt"/>
                  </a:defRPr>
                </a:lvl7pPr>
                <a:lvl8pPr marL="3200400" indent="0">
                  <a:defRPr sz="1100">
                    <a:latin typeface="+mn-lt"/>
                  </a:defRPr>
                </a:lvl8pPr>
                <a:lvl9pPr marL="3657600" indent="0">
                  <a:defRPr sz="1100">
                    <a:latin typeface="+mn-lt"/>
                  </a:defRPr>
                </a:lvl9pPr>
              </a:lstStyle>
              <a:p>
                <a:r>
                  <a:rPr lang="en-US" dirty="0">
                    <a:sym typeface="Calibri"/>
                  </a:rPr>
                  <a:t>6-313</a:t>
                </a:r>
                <a:endParaRPr dirty="0"/>
              </a:p>
            </p:txBody>
          </p:sp>
          <p:sp>
            <p:nvSpPr>
              <p:cNvPr id="29" name="Shape 483">
                <a:hlinkClick r:id="rId5"/>
              </p:cNvPr>
              <p:cNvSpPr/>
              <p:nvPr/>
            </p:nvSpPr>
            <p:spPr>
              <a:xfrm>
                <a:off x="3328762" y="2107907"/>
                <a:ext cx="694394" cy="620744"/>
              </a:xfrm>
              <a:prstGeom prst="rect">
                <a:avLst/>
              </a:prstGeom>
              <a:solidFill>
                <a:srgbClr val="DCE6F1"/>
              </a:solidFill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1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</a:pPr>
                <a:r>
                  <a:rPr lang="en-US" sz="1000" dirty="0">
                    <a:solidFill>
                      <a:srgbClr val="000000"/>
                    </a:solidFill>
                    <a:ea typeface="Calibri"/>
                    <a:cs typeface="Calibri"/>
                    <a:sym typeface="Calibri"/>
                  </a:rPr>
                  <a:t>Physics</a:t>
                </a:r>
                <a:endParaRPr sz="1000" dirty="0"/>
              </a:p>
            </p:txBody>
          </p:sp>
          <p:sp>
            <p:nvSpPr>
              <p:cNvPr id="30" name="Shape 484"/>
              <p:cNvSpPr txBox="1"/>
              <p:nvPr/>
            </p:nvSpPr>
            <p:spPr>
              <a:xfrm>
                <a:off x="3367053" y="2119450"/>
                <a:ext cx="492144" cy="215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>
                <a:defPPr>
                  <a:defRPr lang="en-US"/>
                </a:defPPr>
                <a:lvl1pPr marL="0" lvl="0" indent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  <a:defRPr sz="10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</a:defRPr>
                </a:lvl1pPr>
                <a:lvl2pPr marL="457200" indent="0">
                  <a:defRPr sz="1100">
                    <a:latin typeface="+mn-lt"/>
                  </a:defRPr>
                </a:lvl2pPr>
                <a:lvl3pPr marL="914400" indent="0">
                  <a:defRPr sz="1100">
                    <a:latin typeface="+mn-lt"/>
                  </a:defRPr>
                </a:lvl3pPr>
                <a:lvl4pPr marL="1371600" indent="0">
                  <a:defRPr sz="1100">
                    <a:latin typeface="+mn-lt"/>
                  </a:defRPr>
                </a:lvl4pPr>
                <a:lvl5pPr marL="1828800" indent="0">
                  <a:defRPr sz="1100">
                    <a:latin typeface="+mn-lt"/>
                  </a:defRPr>
                </a:lvl5pPr>
                <a:lvl6pPr marL="2286000" indent="0">
                  <a:defRPr sz="1100">
                    <a:latin typeface="+mn-lt"/>
                  </a:defRPr>
                </a:lvl6pPr>
                <a:lvl7pPr marL="2743200" indent="0">
                  <a:defRPr sz="1100">
                    <a:latin typeface="+mn-lt"/>
                  </a:defRPr>
                </a:lvl7pPr>
                <a:lvl8pPr marL="3200400" indent="0">
                  <a:defRPr sz="1100">
                    <a:latin typeface="+mn-lt"/>
                  </a:defRPr>
                </a:lvl8pPr>
                <a:lvl9pPr marL="3657600" indent="0">
                  <a:defRPr sz="1100">
                    <a:latin typeface="+mn-lt"/>
                  </a:defRPr>
                </a:lvl9pPr>
              </a:lstStyle>
              <a:p>
                <a:r>
                  <a:rPr lang="en-US" dirty="0">
                    <a:sym typeface="Calibri"/>
                  </a:rPr>
                  <a:t>6-314</a:t>
                </a:r>
                <a:endParaRPr dirty="0"/>
              </a:p>
            </p:txBody>
          </p:sp>
          <p:sp>
            <p:nvSpPr>
              <p:cNvPr id="35" name="Shape 489">
                <a:hlinkClick r:id="rId6"/>
              </p:cNvPr>
              <p:cNvSpPr/>
              <p:nvPr/>
            </p:nvSpPr>
            <p:spPr>
              <a:xfrm>
                <a:off x="4186617" y="2124639"/>
                <a:ext cx="1220246" cy="605330"/>
              </a:xfrm>
              <a:prstGeom prst="rect">
                <a:avLst/>
              </a:prstGeom>
              <a:solidFill>
                <a:srgbClr val="DCE6F1"/>
              </a:solidFill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1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</a:pPr>
                <a:r>
                  <a:rPr lang="en-US" sz="1000" dirty="0">
                    <a:solidFill>
                      <a:srgbClr val="000000"/>
                    </a:solidFill>
                    <a:ea typeface="Calibri"/>
                    <a:cs typeface="Calibri"/>
                    <a:sym typeface="Calibri"/>
                  </a:rPr>
                  <a:t>Physics</a:t>
                </a:r>
                <a:endParaRPr sz="1000" dirty="0"/>
              </a:p>
            </p:txBody>
          </p:sp>
          <p:sp>
            <p:nvSpPr>
              <p:cNvPr id="36" name="Shape 490"/>
              <p:cNvSpPr txBox="1"/>
              <p:nvPr/>
            </p:nvSpPr>
            <p:spPr>
              <a:xfrm>
                <a:off x="4231490" y="2142798"/>
                <a:ext cx="389891" cy="2656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>
                <a:defPPr>
                  <a:defRPr lang="en-US"/>
                </a:defPPr>
                <a:lvl1pPr marL="0" lvl="0" indent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  <a:defRPr sz="10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</a:defRPr>
                </a:lvl1pPr>
                <a:lvl2pPr marL="457200" indent="0">
                  <a:defRPr sz="1100">
                    <a:latin typeface="+mn-lt"/>
                  </a:defRPr>
                </a:lvl2pPr>
                <a:lvl3pPr marL="914400" indent="0">
                  <a:defRPr sz="1100">
                    <a:latin typeface="+mn-lt"/>
                  </a:defRPr>
                </a:lvl3pPr>
                <a:lvl4pPr marL="1371600" indent="0">
                  <a:defRPr sz="1100">
                    <a:latin typeface="+mn-lt"/>
                  </a:defRPr>
                </a:lvl4pPr>
                <a:lvl5pPr marL="1828800" indent="0">
                  <a:defRPr sz="1100">
                    <a:latin typeface="+mn-lt"/>
                  </a:defRPr>
                </a:lvl5pPr>
                <a:lvl6pPr marL="2286000" indent="0">
                  <a:defRPr sz="1100">
                    <a:latin typeface="+mn-lt"/>
                  </a:defRPr>
                </a:lvl6pPr>
                <a:lvl7pPr marL="2743200" indent="0">
                  <a:defRPr sz="1100">
                    <a:latin typeface="+mn-lt"/>
                  </a:defRPr>
                </a:lvl7pPr>
                <a:lvl8pPr marL="3200400" indent="0">
                  <a:defRPr sz="1100">
                    <a:latin typeface="+mn-lt"/>
                  </a:defRPr>
                </a:lvl8pPr>
                <a:lvl9pPr marL="3657600" indent="0">
                  <a:defRPr sz="1100">
                    <a:latin typeface="+mn-lt"/>
                  </a:defRPr>
                </a:lvl9pPr>
              </a:lstStyle>
              <a:p>
                <a:r>
                  <a:rPr lang="en-US" dirty="0">
                    <a:sym typeface="Calibri"/>
                  </a:rPr>
                  <a:t>6-315</a:t>
                </a:r>
                <a:endParaRPr dirty="0"/>
              </a:p>
            </p:txBody>
          </p:sp>
          <p:sp>
            <p:nvSpPr>
              <p:cNvPr id="41" name="Shape 495">
                <a:hlinkClick r:id="rId7"/>
              </p:cNvPr>
              <p:cNvSpPr/>
              <p:nvPr/>
            </p:nvSpPr>
            <p:spPr>
              <a:xfrm>
                <a:off x="5669836" y="2123398"/>
                <a:ext cx="1355080" cy="619060"/>
              </a:xfrm>
              <a:prstGeom prst="rect">
                <a:avLst/>
              </a:prstGeom>
              <a:solidFill>
                <a:srgbClr val="DCE6F1"/>
              </a:solidFill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1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Calibri"/>
                  <a:buNone/>
                </a:pPr>
                <a:r>
                  <a:rPr lang="en-US" sz="1000" b="0" i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Physics</a:t>
                </a:r>
                <a:endParaRPr sz="1000" dirty="0"/>
              </a:p>
            </p:txBody>
          </p:sp>
          <p:sp>
            <p:nvSpPr>
              <p:cNvPr id="42" name="Shape 496"/>
              <p:cNvSpPr txBox="1"/>
              <p:nvPr/>
            </p:nvSpPr>
            <p:spPr>
              <a:xfrm>
                <a:off x="5686643" y="2158382"/>
                <a:ext cx="492144" cy="215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>
                <a:defPPr>
                  <a:defRPr lang="en-US"/>
                </a:defPPr>
                <a:lvl1pPr marL="0" lvl="0" indent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  <a:defRPr sz="10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</a:defRPr>
                </a:lvl1pPr>
                <a:lvl2pPr marL="457200" indent="0">
                  <a:defRPr sz="1100">
                    <a:latin typeface="+mn-lt"/>
                  </a:defRPr>
                </a:lvl2pPr>
                <a:lvl3pPr marL="914400" indent="0">
                  <a:defRPr sz="1100">
                    <a:latin typeface="+mn-lt"/>
                  </a:defRPr>
                </a:lvl3pPr>
                <a:lvl4pPr marL="1371600" indent="0">
                  <a:defRPr sz="1100">
                    <a:latin typeface="+mn-lt"/>
                  </a:defRPr>
                </a:lvl4pPr>
                <a:lvl5pPr marL="1828800" indent="0">
                  <a:defRPr sz="1100">
                    <a:latin typeface="+mn-lt"/>
                  </a:defRPr>
                </a:lvl5pPr>
                <a:lvl6pPr marL="2286000" indent="0">
                  <a:defRPr sz="1100">
                    <a:latin typeface="+mn-lt"/>
                  </a:defRPr>
                </a:lvl6pPr>
                <a:lvl7pPr marL="2743200" indent="0">
                  <a:defRPr sz="1100">
                    <a:latin typeface="+mn-lt"/>
                  </a:defRPr>
                </a:lvl7pPr>
                <a:lvl8pPr marL="3200400" indent="0">
                  <a:defRPr sz="1100">
                    <a:latin typeface="+mn-lt"/>
                  </a:defRPr>
                </a:lvl8pPr>
                <a:lvl9pPr marL="3657600" indent="0">
                  <a:defRPr sz="1100">
                    <a:latin typeface="+mn-lt"/>
                  </a:defRPr>
                </a:lvl9pPr>
              </a:lstStyle>
              <a:p>
                <a:r>
                  <a:rPr lang="en-US">
                    <a:sym typeface="Calibri"/>
                  </a:rPr>
                  <a:t>6-316</a:t>
                </a:r>
              </a:p>
            </p:txBody>
          </p:sp>
          <p:grpSp>
            <p:nvGrpSpPr>
              <p:cNvPr id="64" name="Group 63"/>
              <p:cNvGrpSpPr/>
              <p:nvPr/>
            </p:nvGrpSpPr>
            <p:grpSpPr>
              <a:xfrm>
                <a:off x="2625467" y="1283713"/>
                <a:ext cx="4399799" cy="840093"/>
                <a:chOff x="2611520" y="1206896"/>
                <a:chExt cx="4399799" cy="896221"/>
              </a:xfrm>
            </p:grpSpPr>
            <p:sp>
              <p:nvSpPr>
                <p:cNvPr id="25" name="Shape 479">
                  <a:hlinkClick r:id="rId8"/>
                </p:cNvPr>
                <p:cNvSpPr/>
                <p:nvPr/>
              </p:nvSpPr>
              <p:spPr>
                <a:xfrm>
                  <a:off x="2611520" y="1206896"/>
                  <a:ext cx="714619" cy="891572"/>
                </a:xfrm>
                <a:prstGeom prst="rect">
                  <a:avLst/>
                </a:prstGeom>
                <a:solidFill>
                  <a:srgbClr val="FFFFCC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1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</a:pPr>
                  <a:endParaRPr sz="1000" dirty="0">
                    <a:solidFill>
                      <a:srgbClr val="000000"/>
                    </a:solidFill>
                    <a:latin typeface="Calibri"/>
                    <a:cs typeface="Calibri"/>
                  </a:endParaRPr>
                </a:p>
              </p:txBody>
            </p:sp>
            <p:sp>
              <p:nvSpPr>
                <p:cNvPr id="26" name="Shape 480"/>
                <p:cNvSpPr txBox="1"/>
                <p:nvPr/>
              </p:nvSpPr>
              <p:spPr>
                <a:xfrm>
                  <a:off x="2641088" y="1230915"/>
                  <a:ext cx="505627" cy="2157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rPr lang="en-US" sz="1000" b="1" dirty="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6-312</a:t>
                  </a:r>
                  <a:endParaRPr sz="1000" dirty="0"/>
                </a:p>
              </p:txBody>
            </p:sp>
            <p:sp>
              <p:nvSpPr>
                <p:cNvPr id="31" name="Shape 485">
                  <a:hlinkClick r:id="rId9"/>
                </p:cNvPr>
                <p:cNvSpPr/>
                <p:nvPr/>
              </p:nvSpPr>
              <p:spPr>
                <a:xfrm>
                  <a:off x="3326140" y="1206896"/>
                  <a:ext cx="742136" cy="891814"/>
                </a:xfrm>
                <a:prstGeom prst="rect">
                  <a:avLst/>
                </a:prstGeom>
                <a:solidFill>
                  <a:srgbClr val="FFFFCC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1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</a:pPr>
                  <a:r>
                    <a:rPr lang="en-US" sz="1000" dirty="0">
                      <a:solidFill>
                        <a:srgbClr val="000000"/>
                      </a:solidFill>
                      <a:latin typeface="Calibri"/>
                      <a:cs typeface="Calibri"/>
                      <a:sym typeface="Calibri"/>
                    </a:rPr>
                    <a:t>Gopi</a:t>
                  </a:r>
                </a:p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</a:pPr>
                  <a:r>
                    <a:rPr lang="en-US" sz="1000" dirty="0" err="1">
                      <a:solidFill>
                        <a:srgbClr val="000000"/>
                      </a:solidFill>
                      <a:latin typeface="Calibri"/>
                      <a:cs typeface="Calibri"/>
                      <a:sym typeface="Calibri"/>
                    </a:rPr>
                    <a:t>Nadhan</a:t>
                  </a:r>
                  <a:r>
                    <a:rPr lang="en-US" sz="1000" dirty="0">
                      <a:solidFill>
                        <a:srgbClr val="000000"/>
                      </a:solidFill>
                      <a:latin typeface="Calibri"/>
                      <a:cs typeface="Calibri"/>
                      <a:sym typeface="Calibri"/>
                    </a:rPr>
                    <a:t> </a:t>
                  </a:r>
                  <a:r>
                    <a:rPr lang="en-US" sz="1000" dirty="0" err="1">
                      <a:solidFill>
                        <a:srgbClr val="000000"/>
                      </a:solidFill>
                      <a:latin typeface="Calibri"/>
                      <a:cs typeface="Calibri"/>
                      <a:sym typeface="Calibri"/>
                    </a:rPr>
                    <a:t>Kalon</a:t>
                  </a:r>
                  <a:endParaRPr sz="1000" dirty="0">
                    <a:solidFill>
                      <a:srgbClr val="000000"/>
                    </a:solidFill>
                    <a:latin typeface="Calibri"/>
                    <a:cs typeface="Calibri"/>
                  </a:endParaRPr>
                </a:p>
              </p:txBody>
            </p:sp>
            <p:sp>
              <p:nvSpPr>
                <p:cNvPr id="32" name="Shape 486"/>
                <p:cNvSpPr txBox="1"/>
                <p:nvPr/>
              </p:nvSpPr>
              <p:spPr>
                <a:xfrm>
                  <a:off x="3368937" y="1228745"/>
                  <a:ext cx="505627" cy="2561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>
                  <a:defPPr>
                    <a:defRPr lang="en-US"/>
                  </a:defPPr>
                  <a:lvl1pPr marL="0" lvl="0" indent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  <a:defRPr sz="1000" b="1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</a:defRPr>
                  </a:lvl1pPr>
                  <a:lvl2pPr marL="457200" indent="0">
                    <a:defRPr sz="1100">
                      <a:latin typeface="+mn-lt"/>
                    </a:defRPr>
                  </a:lvl2pPr>
                  <a:lvl3pPr marL="914400" indent="0">
                    <a:defRPr sz="1100">
                      <a:latin typeface="+mn-lt"/>
                    </a:defRPr>
                  </a:lvl3pPr>
                  <a:lvl4pPr marL="1371600" indent="0">
                    <a:defRPr sz="1100">
                      <a:latin typeface="+mn-lt"/>
                    </a:defRPr>
                  </a:lvl4pPr>
                  <a:lvl5pPr marL="1828800" indent="0">
                    <a:defRPr sz="1100">
                      <a:latin typeface="+mn-lt"/>
                    </a:defRPr>
                  </a:lvl5pPr>
                  <a:lvl6pPr marL="2286000" indent="0">
                    <a:defRPr sz="1100">
                      <a:latin typeface="+mn-lt"/>
                    </a:defRPr>
                  </a:lvl6pPr>
                  <a:lvl7pPr marL="2743200" indent="0">
                    <a:defRPr sz="1100">
                      <a:latin typeface="+mn-lt"/>
                    </a:defRPr>
                  </a:lvl7pPr>
                  <a:lvl8pPr marL="3200400" indent="0">
                    <a:defRPr sz="1100">
                      <a:latin typeface="+mn-lt"/>
                    </a:defRPr>
                  </a:lvl8pPr>
                  <a:lvl9pPr marL="3657600" indent="0">
                    <a:defRPr sz="1100">
                      <a:latin typeface="+mn-lt"/>
                    </a:defRPr>
                  </a:lvl9pPr>
                </a:lstStyle>
                <a:p>
                  <a:r>
                    <a:rPr lang="en-US" dirty="0">
                      <a:sym typeface="Calibri"/>
                    </a:rPr>
                    <a:t>6-314A</a:t>
                  </a:r>
                  <a:endParaRPr dirty="0"/>
                </a:p>
              </p:txBody>
            </p:sp>
            <p:sp>
              <p:nvSpPr>
                <p:cNvPr id="33" name="Shape 487">
                  <a:hlinkClick r:id="rId10"/>
                </p:cNvPr>
                <p:cNvSpPr/>
                <p:nvPr/>
              </p:nvSpPr>
              <p:spPr>
                <a:xfrm>
                  <a:off x="4059098" y="1208922"/>
                  <a:ext cx="768553" cy="889788"/>
                </a:xfrm>
                <a:prstGeom prst="rect">
                  <a:avLst/>
                </a:prstGeom>
                <a:solidFill>
                  <a:srgbClr val="FFFFCC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1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Calibri"/>
                    <a:buNone/>
                  </a:pPr>
                  <a:r>
                    <a:rPr lang="en-US" sz="1000" b="0" i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Arpan Bhattacharya</a:t>
                  </a:r>
                  <a:endParaRPr sz="1000" dirty="0"/>
                </a:p>
              </p:txBody>
            </p:sp>
            <p:sp>
              <p:nvSpPr>
                <p:cNvPr id="34" name="Shape 488"/>
                <p:cNvSpPr txBox="1"/>
                <p:nvPr/>
              </p:nvSpPr>
              <p:spPr>
                <a:xfrm>
                  <a:off x="4085566" y="1227437"/>
                  <a:ext cx="574677" cy="244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>
                  <a:defPPr>
                    <a:defRPr lang="en-US"/>
                  </a:defPPr>
                  <a:lvl1pPr marL="0" lvl="0" indent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  <a:defRPr sz="1000" b="1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</a:defRPr>
                  </a:lvl1pPr>
                  <a:lvl2pPr marL="457200" indent="0">
                    <a:defRPr sz="1100">
                      <a:latin typeface="+mn-lt"/>
                    </a:defRPr>
                  </a:lvl2pPr>
                  <a:lvl3pPr marL="914400" indent="0">
                    <a:defRPr sz="1100">
                      <a:latin typeface="+mn-lt"/>
                    </a:defRPr>
                  </a:lvl3pPr>
                  <a:lvl4pPr marL="1371600" indent="0">
                    <a:defRPr sz="1100">
                      <a:latin typeface="+mn-lt"/>
                    </a:defRPr>
                  </a:lvl4pPr>
                  <a:lvl5pPr marL="1828800" indent="0">
                    <a:defRPr sz="1100">
                      <a:latin typeface="+mn-lt"/>
                    </a:defRPr>
                  </a:lvl5pPr>
                  <a:lvl6pPr marL="2286000" indent="0">
                    <a:defRPr sz="1100">
                      <a:latin typeface="+mn-lt"/>
                    </a:defRPr>
                  </a:lvl6pPr>
                  <a:lvl7pPr marL="2743200" indent="0">
                    <a:defRPr sz="1100">
                      <a:latin typeface="+mn-lt"/>
                    </a:defRPr>
                  </a:lvl7pPr>
                  <a:lvl8pPr marL="3200400" indent="0">
                    <a:defRPr sz="1100">
                      <a:latin typeface="+mn-lt"/>
                    </a:defRPr>
                  </a:lvl8pPr>
                  <a:lvl9pPr marL="3657600" indent="0">
                    <a:defRPr sz="1100">
                      <a:latin typeface="+mn-lt"/>
                    </a:defRPr>
                  </a:lvl9pPr>
                </a:lstStyle>
                <a:p>
                  <a:r>
                    <a:rPr lang="en-US" dirty="0">
                      <a:sym typeface="Calibri"/>
                    </a:rPr>
                    <a:t>6-314B</a:t>
                  </a:r>
                  <a:endParaRPr dirty="0"/>
                </a:p>
              </p:txBody>
            </p:sp>
            <p:sp>
              <p:nvSpPr>
                <p:cNvPr id="37" name="Shape 491">
                  <a:hlinkClick r:id="rId11"/>
                </p:cNvPr>
                <p:cNvSpPr/>
                <p:nvPr/>
              </p:nvSpPr>
              <p:spPr>
                <a:xfrm>
                  <a:off x="4823243" y="1206896"/>
                  <a:ext cx="707878" cy="891814"/>
                </a:xfrm>
                <a:prstGeom prst="rect">
                  <a:avLst/>
                </a:prstGeom>
                <a:solidFill>
                  <a:srgbClr val="FFFFCC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1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</a:pPr>
                  <a:r>
                    <a:rPr lang="en-US" sz="1000">
                      <a:solidFill>
                        <a:srgbClr val="000000"/>
                      </a:solidFill>
                      <a:latin typeface="Calibri"/>
                      <a:cs typeface="Calibri"/>
                      <a:sym typeface="Calibri"/>
                    </a:rPr>
                    <a:t>Baradhwaj </a:t>
                  </a:r>
                  <a:r>
                    <a:rPr lang="en-US" sz="1000" dirty="0" err="1">
                      <a:solidFill>
                        <a:srgbClr val="000000"/>
                      </a:solidFill>
                      <a:latin typeface="Calibri"/>
                      <a:cs typeface="Calibri"/>
                      <a:sym typeface="Calibri"/>
                    </a:rPr>
                    <a:t>Coleppa</a:t>
                  </a:r>
                  <a:endParaRPr sz="1000" dirty="0">
                    <a:solidFill>
                      <a:srgbClr val="000000"/>
                    </a:solidFill>
                    <a:latin typeface="Calibri"/>
                    <a:cs typeface="Calibri"/>
                  </a:endParaRPr>
                </a:p>
              </p:txBody>
            </p:sp>
            <p:sp>
              <p:nvSpPr>
                <p:cNvPr id="38" name="Shape 492"/>
                <p:cNvSpPr txBox="1"/>
                <p:nvPr/>
              </p:nvSpPr>
              <p:spPr>
                <a:xfrm>
                  <a:off x="4880598" y="1229226"/>
                  <a:ext cx="505627" cy="244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>
                  <a:defPPr>
                    <a:defRPr lang="en-US"/>
                  </a:defPPr>
                  <a:lvl1pPr marL="0" lvl="0" indent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  <a:defRPr sz="1000" b="1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</a:defRPr>
                  </a:lvl1pPr>
                  <a:lvl2pPr marL="457200" indent="0">
                    <a:defRPr sz="1100">
                      <a:latin typeface="+mn-lt"/>
                    </a:defRPr>
                  </a:lvl2pPr>
                  <a:lvl3pPr marL="914400" indent="0">
                    <a:defRPr sz="1100">
                      <a:latin typeface="+mn-lt"/>
                    </a:defRPr>
                  </a:lvl3pPr>
                  <a:lvl4pPr marL="1371600" indent="0">
                    <a:defRPr sz="1100">
                      <a:latin typeface="+mn-lt"/>
                    </a:defRPr>
                  </a:lvl4pPr>
                  <a:lvl5pPr marL="1828800" indent="0">
                    <a:defRPr sz="1100">
                      <a:latin typeface="+mn-lt"/>
                    </a:defRPr>
                  </a:lvl5pPr>
                  <a:lvl6pPr marL="2286000" indent="0">
                    <a:defRPr sz="1100">
                      <a:latin typeface="+mn-lt"/>
                    </a:defRPr>
                  </a:lvl6pPr>
                  <a:lvl7pPr marL="2743200" indent="0">
                    <a:defRPr sz="1100">
                      <a:latin typeface="+mn-lt"/>
                    </a:defRPr>
                  </a:lvl7pPr>
                  <a:lvl8pPr marL="3200400" indent="0">
                    <a:defRPr sz="1100">
                      <a:latin typeface="+mn-lt"/>
                    </a:defRPr>
                  </a:lvl8pPr>
                  <a:lvl9pPr marL="3657600" indent="0">
                    <a:defRPr sz="1100">
                      <a:latin typeface="+mn-lt"/>
                    </a:defRPr>
                  </a:lvl9pPr>
                </a:lstStyle>
                <a:p>
                  <a:r>
                    <a:rPr lang="en-US" dirty="0">
                      <a:sym typeface="Calibri"/>
                    </a:rPr>
                    <a:t>6-315A</a:t>
                  </a:r>
                  <a:endParaRPr dirty="0"/>
                </a:p>
              </p:txBody>
            </p:sp>
            <p:sp>
              <p:nvSpPr>
                <p:cNvPr id="39" name="Shape 493">
                  <a:hlinkClick r:id="rId12"/>
                </p:cNvPr>
                <p:cNvSpPr/>
                <p:nvPr/>
              </p:nvSpPr>
              <p:spPr>
                <a:xfrm>
                  <a:off x="5531121" y="1206896"/>
                  <a:ext cx="775294" cy="891814"/>
                </a:xfrm>
                <a:prstGeom prst="rect">
                  <a:avLst/>
                </a:prstGeom>
                <a:solidFill>
                  <a:srgbClr val="FFFFCC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1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</a:pPr>
                  <a:r>
                    <a:rPr lang="en-US" sz="1000" dirty="0">
                      <a:solidFill>
                        <a:srgbClr val="000000"/>
                      </a:solidFill>
                      <a:latin typeface="Calibri"/>
                      <a:cs typeface="Calibri"/>
                      <a:sym typeface="Calibri"/>
                    </a:rPr>
                    <a:t>B Prasanna Venkatesh</a:t>
                  </a:r>
                  <a:endParaRPr sz="1000" dirty="0">
                    <a:solidFill>
                      <a:srgbClr val="000000"/>
                    </a:solidFill>
                    <a:latin typeface="Calibri"/>
                    <a:cs typeface="Calibri"/>
                  </a:endParaRPr>
                </a:p>
              </p:txBody>
            </p:sp>
            <p:sp>
              <p:nvSpPr>
                <p:cNvPr id="40" name="Shape 494"/>
                <p:cNvSpPr txBox="1"/>
                <p:nvPr/>
              </p:nvSpPr>
              <p:spPr>
                <a:xfrm>
                  <a:off x="5568597" y="1224675"/>
                  <a:ext cx="492144" cy="2041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>
                  <a:defPPr>
                    <a:defRPr lang="en-US"/>
                  </a:defPPr>
                  <a:lvl1pPr marL="0" lvl="0" indent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  <a:defRPr sz="1000" b="1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</a:defRPr>
                  </a:lvl1pPr>
                  <a:lvl2pPr marL="457200" indent="0">
                    <a:defRPr sz="1100">
                      <a:latin typeface="+mn-lt"/>
                    </a:defRPr>
                  </a:lvl2pPr>
                  <a:lvl3pPr marL="914400" indent="0">
                    <a:defRPr sz="1100">
                      <a:latin typeface="+mn-lt"/>
                    </a:defRPr>
                  </a:lvl3pPr>
                  <a:lvl4pPr marL="1371600" indent="0">
                    <a:defRPr sz="1100">
                      <a:latin typeface="+mn-lt"/>
                    </a:defRPr>
                  </a:lvl4pPr>
                  <a:lvl5pPr marL="1828800" indent="0">
                    <a:defRPr sz="1100">
                      <a:latin typeface="+mn-lt"/>
                    </a:defRPr>
                  </a:lvl5pPr>
                  <a:lvl6pPr marL="2286000" indent="0">
                    <a:defRPr sz="1100">
                      <a:latin typeface="+mn-lt"/>
                    </a:defRPr>
                  </a:lvl6pPr>
                  <a:lvl7pPr marL="2743200" indent="0">
                    <a:defRPr sz="1100">
                      <a:latin typeface="+mn-lt"/>
                    </a:defRPr>
                  </a:lvl7pPr>
                  <a:lvl8pPr marL="3200400" indent="0">
                    <a:defRPr sz="1100">
                      <a:latin typeface="+mn-lt"/>
                    </a:defRPr>
                  </a:lvl8pPr>
                  <a:lvl9pPr marL="3657600" indent="0">
                    <a:defRPr sz="1100">
                      <a:latin typeface="+mn-lt"/>
                    </a:defRPr>
                  </a:lvl9pPr>
                </a:lstStyle>
                <a:p>
                  <a:r>
                    <a:rPr lang="en-US" dirty="0">
                      <a:sym typeface="Calibri"/>
                    </a:rPr>
                    <a:t>6-315B</a:t>
                  </a:r>
                  <a:endParaRPr dirty="0"/>
                </a:p>
              </p:txBody>
            </p:sp>
            <p:sp>
              <p:nvSpPr>
                <p:cNvPr id="43" name="Shape 497">
                  <a:hlinkClick r:id="rId13"/>
                </p:cNvPr>
                <p:cNvSpPr/>
                <p:nvPr/>
              </p:nvSpPr>
              <p:spPr>
                <a:xfrm>
                  <a:off x="6303441" y="1206896"/>
                  <a:ext cx="707878" cy="896221"/>
                </a:xfrm>
                <a:prstGeom prst="rect">
                  <a:avLst/>
                </a:prstGeom>
                <a:solidFill>
                  <a:srgbClr val="FFFFCC"/>
                </a:solidFill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1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Calibri"/>
                    <a:buNone/>
                  </a:pPr>
                  <a:r>
                    <a:rPr lang="en-US" sz="1000" b="0" i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Krishna </a:t>
                  </a:r>
                  <a:r>
                    <a:rPr lang="en-US" sz="1000" b="0" i="0" dirty="0" err="1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Kanti</a:t>
                  </a:r>
                  <a:r>
                    <a:rPr lang="en-US" sz="1000" b="0" i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Dey</a:t>
                  </a:r>
                  <a:endParaRPr sz="1000" dirty="0"/>
                </a:p>
              </p:txBody>
            </p:sp>
            <p:sp>
              <p:nvSpPr>
                <p:cNvPr id="44" name="Shape 498"/>
                <p:cNvSpPr txBox="1"/>
                <p:nvPr/>
              </p:nvSpPr>
              <p:spPr>
                <a:xfrm>
                  <a:off x="6347466" y="1236878"/>
                  <a:ext cx="492144" cy="2378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>
                  <a:defPPr>
                    <a:defRPr lang="en-US"/>
                  </a:defPPr>
                  <a:lvl1pPr marL="0" lvl="0" indent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  <a:defRPr sz="1000" b="1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</a:defRPr>
                  </a:lvl1pPr>
                  <a:lvl2pPr marL="457200" indent="0">
                    <a:defRPr sz="1100">
                      <a:latin typeface="+mn-lt"/>
                    </a:defRPr>
                  </a:lvl2pPr>
                  <a:lvl3pPr marL="914400" indent="0">
                    <a:defRPr sz="1100">
                      <a:latin typeface="+mn-lt"/>
                    </a:defRPr>
                  </a:lvl3pPr>
                  <a:lvl4pPr marL="1371600" indent="0">
                    <a:defRPr sz="1100">
                      <a:latin typeface="+mn-lt"/>
                    </a:defRPr>
                  </a:lvl4pPr>
                  <a:lvl5pPr marL="1828800" indent="0">
                    <a:defRPr sz="1100">
                      <a:latin typeface="+mn-lt"/>
                    </a:defRPr>
                  </a:lvl5pPr>
                  <a:lvl6pPr marL="2286000" indent="0">
                    <a:defRPr sz="1100">
                      <a:latin typeface="+mn-lt"/>
                    </a:defRPr>
                  </a:lvl6pPr>
                  <a:lvl7pPr marL="2743200" indent="0">
                    <a:defRPr sz="1100">
                      <a:latin typeface="+mn-lt"/>
                    </a:defRPr>
                  </a:lvl7pPr>
                  <a:lvl8pPr marL="3200400" indent="0">
                    <a:defRPr sz="1100">
                      <a:latin typeface="+mn-lt"/>
                    </a:defRPr>
                  </a:lvl8pPr>
                  <a:lvl9pPr marL="3657600" indent="0">
                    <a:defRPr sz="1100">
                      <a:latin typeface="+mn-lt"/>
                    </a:defRPr>
                  </a:lvl9pPr>
                </a:lstStyle>
                <a:p>
                  <a:r>
                    <a:rPr lang="en-US" dirty="0">
                      <a:sym typeface="Calibri"/>
                    </a:rPr>
                    <a:t>6-316A</a:t>
                  </a:r>
                  <a:endParaRPr dirty="0"/>
                </a:p>
              </p:txBody>
            </p:sp>
          </p:grpSp>
        </p:grpSp>
        <p:sp>
          <p:nvSpPr>
            <p:cNvPr id="151" name="Shape 525">
              <a:hlinkClick r:id="rId14"/>
            </p:cNvPr>
            <p:cNvSpPr/>
            <p:nvPr/>
          </p:nvSpPr>
          <p:spPr>
            <a:xfrm>
              <a:off x="9644319" y="6150153"/>
              <a:ext cx="1321372" cy="869678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CE</a:t>
              </a:r>
              <a:endParaRPr sz="1000" dirty="0"/>
            </a:p>
          </p:txBody>
        </p:sp>
        <p:sp>
          <p:nvSpPr>
            <p:cNvPr id="148" name="Shape 517">
              <a:hlinkClick r:id="rId15"/>
            </p:cNvPr>
            <p:cNvSpPr/>
            <p:nvPr/>
          </p:nvSpPr>
          <p:spPr>
            <a:xfrm>
              <a:off x="4287648" y="6139367"/>
              <a:ext cx="1307888" cy="822753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 dirty="0">
                  <a:solidFill>
                    <a:srgbClr val="000000"/>
                  </a:solidFill>
                  <a:latin typeface="Calibri"/>
                  <a:cs typeface="Calibri"/>
                </a:rPr>
                <a:t>BSE Workspace</a:t>
              </a:r>
              <a:endParaRPr sz="100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45" name="Shape 499">
              <a:hlinkClick r:id="rId16"/>
            </p:cNvPr>
            <p:cNvSpPr/>
            <p:nvPr/>
          </p:nvSpPr>
          <p:spPr>
            <a:xfrm>
              <a:off x="2572680" y="5239566"/>
              <a:ext cx="843429" cy="903387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FA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29</a:t>
              </a:r>
              <a:endParaRPr sz="1000" b="1" dirty="0"/>
            </a:p>
          </p:txBody>
        </p:sp>
        <p:sp>
          <p:nvSpPr>
            <p:cNvPr id="46" name="Shape 500"/>
            <p:cNvSpPr txBox="1"/>
            <p:nvPr/>
          </p:nvSpPr>
          <p:spPr>
            <a:xfrm>
              <a:off x="2603244" y="5278150"/>
              <a:ext cx="411627" cy="1838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6-317</a:t>
              </a:r>
              <a:endParaRPr dirty="0"/>
            </a:p>
          </p:txBody>
        </p:sp>
        <p:sp>
          <p:nvSpPr>
            <p:cNvPr id="47" name="Shape 501">
              <a:hlinkClick r:id="rId17"/>
            </p:cNvPr>
            <p:cNvSpPr/>
            <p:nvPr/>
          </p:nvSpPr>
          <p:spPr>
            <a:xfrm>
              <a:off x="2757701" y="6147643"/>
              <a:ext cx="661669" cy="820424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sz="1000" dirty="0"/>
            </a:p>
          </p:txBody>
        </p:sp>
        <p:sp>
          <p:nvSpPr>
            <p:cNvPr id="48" name="Shape 502"/>
            <p:cNvSpPr txBox="1"/>
            <p:nvPr/>
          </p:nvSpPr>
          <p:spPr>
            <a:xfrm>
              <a:off x="2780509" y="6129469"/>
              <a:ext cx="505627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6-318</a:t>
              </a:r>
              <a:endParaRPr sz="1000"/>
            </a:p>
          </p:txBody>
        </p:sp>
        <p:sp>
          <p:nvSpPr>
            <p:cNvPr id="49" name="Shape 503">
              <a:hlinkClick r:id="rId18"/>
            </p:cNvPr>
            <p:cNvSpPr/>
            <p:nvPr/>
          </p:nvSpPr>
          <p:spPr>
            <a:xfrm>
              <a:off x="3414229" y="6142953"/>
              <a:ext cx="701136" cy="822753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endParaRPr sz="100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50" name="Shape 504"/>
            <p:cNvSpPr txBox="1"/>
            <p:nvPr/>
          </p:nvSpPr>
          <p:spPr>
            <a:xfrm>
              <a:off x="3400745" y="6129469"/>
              <a:ext cx="492144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6-319</a:t>
              </a:r>
              <a:endParaRPr sz="1000"/>
            </a:p>
          </p:txBody>
        </p:sp>
        <p:sp>
          <p:nvSpPr>
            <p:cNvPr id="51" name="Shape 505">
              <a:hlinkClick r:id="rId19"/>
            </p:cNvPr>
            <p:cNvSpPr/>
            <p:nvPr/>
          </p:nvSpPr>
          <p:spPr>
            <a:xfrm>
              <a:off x="3414229" y="5239566"/>
              <a:ext cx="761477" cy="903387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endParaRPr sz="1000" dirty="0"/>
            </a:p>
          </p:txBody>
        </p:sp>
        <p:sp>
          <p:nvSpPr>
            <p:cNvPr id="52" name="Shape 506"/>
            <p:cNvSpPr txBox="1"/>
            <p:nvPr/>
          </p:nvSpPr>
          <p:spPr>
            <a:xfrm>
              <a:off x="3400745" y="5239566"/>
              <a:ext cx="492144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6-320</a:t>
              </a:r>
              <a:endParaRPr sz="1000"/>
            </a:p>
          </p:txBody>
        </p:sp>
        <p:sp>
          <p:nvSpPr>
            <p:cNvPr id="53" name="Shape 507">
              <a:hlinkClick r:id="rId20"/>
            </p:cNvPr>
            <p:cNvSpPr/>
            <p:nvPr/>
          </p:nvSpPr>
          <p:spPr>
            <a:xfrm>
              <a:off x="4182783" y="5239566"/>
              <a:ext cx="786980" cy="910129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endParaRPr sz="1000" dirty="0"/>
            </a:p>
          </p:txBody>
        </p:sp>
        <p:sp>
          <p:nvSpPr>
            <p:cNvPr id="54" name="Shape 508"/>
            <p:cNvSpPr txBox="1"/>
            <p:nvPr/>
          </p:nvSpPr>
          <p:spPr>
            <a:xfrm>
              <a:off x="4162557" y="5239566"/>
              <a:ext cx="667427" cy="208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6-321</a:t>
              </a:r>
              <a:endParaRPr sz="1000" dirty="0"/>
            </a:p>
          </p:txBody>
        </p:sp>
        <p:sp>
          <p:nvSpPr>
            <p:cNvPr id="56" name="Shape 510"/>
            <p:cNvSpPr txBox="1"/>
            <p:nvPr/>
          </p:nvSpPr>
          <p:spPr>
            <a:xfrm>
              <a:off x="4310874" y="6129469"/>
              <a:ext cx="505627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6-322</a:t>
              </a:r>
              <a:endParaRPr sz="1000" dirty="0"/>
            </a:p>
          </p:txBody>
        </p:sp>
        <p:sp>
          <p:nvSpPr>
            <p:cNvPr id="58" name="Shape 512"/>
            <p:cNvSpPr txBox="1"/>
            <p:nvPr/>
          </p:nvSpPr>
          <p:spPr>
            <a:xfrm>
              <a:off x="5072685" y="6126162"/>
              <a:ext cx="505627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6-323</a:t>
              </a:r>
              <a:endParaRPr sz="1000" dirty="0"/>
            </a:p>
          </p:txBody>
        </p:sp>
        <p:sp>
          <p:nvSpPr>
            <p:cNvPr id="59" name="Shape 513">
              <a:hlinkClick r:id="rId21"/>
            </p:cNvPr>
            <p:cNvSpPr/>
            <p:nvPr/>
          </p:nvSpPr>
          <p:spPr>
            <a:xfrm>
              <a:off x="4964818" y="5239566"/>
              <a:ext cx="788778" cy="910129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endParaRPr sz="1000" dirty="0"/>
            </a:p>
          </p:txBody>
        </p:sp>
        <p:sp>
          <p:nvSpPr>
            <p:cNvPr id="60" name="Shape 514">
              <a:hlinkClick r:id="rId22"/>
            </p:cNvPr>
            <p:cNvSpPr/>
            <p:nvPr/>
          </p:nvSpPr>
          <p:spPr>
            <a:xfrm>
              <a:off x="5740114" y="5239566"/>
              <a:ext cx="768552" cy="910129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endParaRPr sz="1000" dirty="0"/>
            </a:p>
          </p:txBody>
        </p:sp>
        <p:sp>
          <p:nvSpPr>
            <p:cNvPr id="61" name="Shape 515"/>
            <p:cNvSpPr txBox="1"/>
            <p:nvPr/>
          </p:nvSpPr>
          <p:spPr>
            <a:xfrm>
              <a:off x="5719888" y="5239566"/>
              <a:ext cx="701136" cy="2494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6-325</a:t>
              </a:r>
              <a:endParaRPr sz="1000" dirty="0"/>
            </a:p>
          </p:txBody>
        </p:sp>
        <p:sp>
          <p:nvSpPr>
            <p:cNvPr id="62" name="Shape 516"/>
            <p:cNvSpPr txBox="1"/>
            <p:nvPr/>
          </p:nvSpPr>
          <p:spPr>
            <a:xfrm>
              <a:off x="4944593" y="5239566"/>
              <a:ext cx="694394" cy="2292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6-324</a:t>
              </a:r>
              <a:endParaRPr sz="1000" dirty="0"/>
            </a:p>
          </p:txBody>
        </p:sp>
        <p:sp>
          <p:nvSpPr>
            <p:cNvPr id="63" name="Shape 517">
              <a:hlinkClick r:id="rId15"/>
            </p:cNvPr>
            <p:cNvSpPr/>
            <p:nvPr/>
          </p:nvSpPr>
          <p:spPr>
            <a:xfrm>
              <a:off x="5850158" y="6151633"/>
              <a:ext cx="1307888" cy="815744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>
                  <a:solidFill>
                    <a:srgbClr val="000000"/>
                  </a:solidFill>
                  <a:latin typeface="Calibri"/>
                  <a:cs typeface="Calibri"/>
                </a:rPr>
                <a:t>BSE Workspace</a:t>
              </a:r>
              <a:endParaRPr lang="en-US" sz="100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65" name="Shape 519"/>
            <p:cNvSpPr txBox="1"/>
            <p:nvPr/>
          </p:nvSpPr>
          <p:spPr>
            <a:xfrm>
              <a:off x="5868205" y="6129469"/>
              <a:ext cx="505627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6-326</a:t>
              </a:r>
              <a:endParaRPr sz="1000"/>
            </a:p>
          </p:txBody>
        </p:sp>
        <p:sp>
          <p:nvSpPr>
            <p:cNvPr id="66" name="Shape 520"/>
            <p:cNvSpPr txBox="1"/>
            <p:nvPr/>
          </p:nvSpPr>
          <p:spPr>
            <a:xfrm>
              <a:off x="6654999" y="6163178"/>
              <a:ext cx="505627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6-327</a:t>
              </a:r>
              <a:endParaRPr sz="1000" dirty="0"/>
            </a:p>
          </p:txBody>
        </p:sp>
        <p:sp>
          <p:nvSpPr>
            <p:cNvPr id="67" name="Shape 521">
              <a:hlinkClick r:id="rId23"/>
            </p:cNvPr>
            <p:cNvSpPr/>
            <p:nvPr/>
          </p:nvSpPr>
          <p:spPr>
            <a:xfrm>
              <a:off x="6498044" y="5239566"/>
              <a:ext cx="665350" cy="910127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endParaRPr sz="1000" dirty="0"/>
            </a:p>
          </p:txBody>
        </p:sp>
        <p:sp>
          <p:nvSpPr>
            <p:cNvPr id="68" name="Shape 522"/>
            <p:cNvSpPr txBox="1"/>
            <p:nvPr/>
          </p:nvSpPr>
          <p:spPr>
            <a:xfrm>
              <a:off x="6474957" y="5239566"/>
              <a:ext cx="714619" cy="2629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6-327A</a:t>
              </a:r>
              <a:endParaRPr sz="1000" dirty="0"/>
            </a:p>
          </p:txBody>
        </p:sp>
        <p:sp>
          <p:nvSpPr>
            <p:cNvPr id="69" name="Shape 523">
              <a:hlinkClick r:id="rId24"/>
            </p:cNvPr>
            <p:cNvSpPr/>
            <p:nvPr/>
          </p:nvSpPr>
          <p:spPr>
            <a:xfrm>
              <a:off x="7873459" y="6190145"/>
              <a:ext cx="280179" cy="613494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UPS</a:t>
              </a:r>
              <a:endParaRPr sz="1000" dirty="0"/>
            </a:p>
          </p:txBody>
        </p:sp>
        <p:sp>
          <p:nvSpPr>
            <p:cNvPr id="70" name="Shape 524"/>
            <p:cNvSpPr txBox="1"/>
            <p:nvPr/>
          </p:nvSpPr>
          <p:spPr>
            <a:xfrm>
              <a:off x="7799160" y="6014413"/>
              <a:ext cx="374620" cy="1748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6-328</a:t>
              </a:r>
              <a:endParaRPr sz="1000" dirty="0"/>
            </a:p>
          </p:txBody>
        </p:sp>
        <p:sp>
          <p:nvSpPr>
            <p:cNvPr id="71" name="Shape 525">
              <a:hlinkClick r:id="rId14"/>
            </p:cNvPr>
            <p:cNvSpPr/>
            <p:nvPr/>
          </p:nvSpPr>
          <p:spPr>
            <a:xfrm>
              <a:off x="8133414" y="6153463"/>
              <a:ext cx="1321372" cy="869678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CE</a:t>
              </a:r>
              <a:endParaRPr sz="1000" dirty="0"/>
            </a:p>
          </p:txBody>
        </p:sp>
        <p:sp>
          <p:nvSpPr>
            <p:cNvPr id="72" name="Shape 526"/>
            <p:cNvSpPr txBox="1"/>
            <p:nvPr/>
          </p:nvSpPr>
          <p:spPr>
            <a:xfrm>
              <a:off x="8119930" y="6183403"/>
              <a:ext cx="505627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6-329</a:t>
              </a:r>
              <a:endParaRPr sz="1000"/>
            </a:p>
          </p:txBody>
        </p:sp>
        <p:sp>
          <p:nvSpPr>
            <p:cNvPr id="73" name="Shape 527">
              <a:hlinkClick r:id="rId25"/>
            </p:cNvPr>
            <p:cNvSpPr/>
            <p:nvPr/>
          </p:nvSpPr>
          <p:spPr>
            <a:xfrm>
              <a:off x="8152391" y="5232399"/>
              <a:ext cx="680911" cy="908829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dirty="0" err="1"/>
                <a:t>Susobhan</a:t>
              </a:r>
              <a:endParaRPr sz="1000" dirty="0"/>
            </a:p>
          </p:txBody>
        </p:sp>
        <p:sp>
          <p:nvSpPr>
            <p:cNvPr id="74" name="Shape 528"/>
            <p:cNvSpPr txBox="1"/>
            <p:nvPr/>
          </p:nvSpPr>
          <p:spPr>
            <a:xfrm>
              <a:off x="8178954" y="5246308"/>
              <a:ext cx="416265" cy="202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6-329A</a:t>
              </a:r>
              <a:endParaRPr dirty="0"/>
            </a:p>
          </p:txBody>
        </p:sp>
        <p:sp>
          <p:nvSpPr>
            <p:cNvPr id="75" name="Shape 529">
              <a:hlinkClick r:id="rId26"/>
            </p:cNvPr>
            <p:cNvSpPr/>
            <p:nvPr/>
          </p:nvSpPr>
          <p:spPr>
            <a:xfrm>
              <a:off x="8827809" y="5232110"/>
              <a:ext cx="721360" cy="910843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>
                  <a:sym typeface="Calibri"/>
                </a:rPr>
                <a:t>Vimal Mishra</a:t>
              </a:r>
              <a:endParaRPr sz="1000" dirty="0"/>
            </a:p>
          </p:txBody>
        </p:sp>
        <p:sp>
          <p:nvSpPr>
            <p:cNvPr id="76" name="Shape 530"/>
            <p:cNvSpPr txBox="1"/>
            <p:nvPr/>
          </p:nvSpPr>
          <p:spPr>
            <a:xfrm>
              <a:off x="8852202" y="5246219"/>
              <a:ext cx="402905" cy="1732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6-330</a:t>
              </a:r>
              <a:endParaRPr dirty="0"/>
            </a:p>
          </p:txBody>
        </p:sp>
        <p:sp>
          <p:nvSpPr>
            <p:cNvPr id="77" name="Shape 531">
              <a:hlinkClick r:id="rId27"/>
            </p:cNvPr>
            <p:cNvSpPr/>
            <p:nvPr/>
          </p:nvSpPr>
          <p:spPr>
            <a:xfrm>
              <a:off x="9561094" y="5232110"/>
              <a:ext cx="776851" cy="917586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>
                  <a:sym typeface="Calibri"/>
                </a:rPr>
                <a:t>Pranab Mohapatra</a:t>
              </a:r>
              <a:endParaRPr sz="1000" dirty="0"/>
            </a:p>
          </p:txBody>
        </p:sp>
        <p:sp>
          <p:nvSpPr>
            <p:cNvPr id="78" name="Shape 532"/>
            <p:cNvSpPr txBox="1"/>
            <p:nvPr/>
          </p:nvSpPr>
          <p:spPr>
            <a:xfrm>
              <a:off x="9565624" y="5244103"/>
              <a:ext cx="374563" cy="1731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6-331</a:t>
              </a:r>
              <a:endParaRPr dirty="0"/>
            </a:p>
          </p:txBody>
        </p:sp>
        <p:sp>
          <p:nvSpPr>
            <p:cNvPr id="80" name="Shape 534"/>
            <p:cNvSpPr txBox="1"/>
            <p:nvPr/>
          </p:nvSpPr>
          <p:spPr>
            <a:xfrm>
              <a:off x="9588246" y="6151900"/>
              <a:ext cx="505627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6-332</a:t>
              </a:r>
              <a:endParaRPr sz="1000" dirty="0"/>
            </a:p>
          </p:txBody>
        </p:sp>
        <p:sp>
          <p:nvSpPr>
            <p:cNvPr id="82" name="Shape 536"/>
            <p:cNvSpPr txBox="1"/>
            <p:nvPr/>
          </p:nvSpPr>
          <p:spPr>
            <a:xfrm>
              <a:off x="10525343" y="6176864"/>
              <a:ext cx="505627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6-333</a:t>
              </a:r>
              <a:endParaRPr sz="1000" dirty="0"/>
            </a:p>
          </p:txBody>
        </p:sp>
        <p:sp>
          <p:nvSpPr>
            <p:cNvPr id="83" name="Shape 537">
              <a:hlinkClick r:id="rId28"/>
            </p:cNvPr>
            <p:cNvSpPr/>
            <p:nvPr/>
          </p:nvSpPr>
          <p:spPr>
            <a:xfrm>
              <a:off x="10331591" y="5229726"/>
              <a:ext cx="795518" cy="917685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>
                  <a:sym typeface="Calibri"/>
                </a:rPr>
                <a:t>Udit Bhatia</a:t>
              </a:r>
              <a:endParaRPr sz="1000" dirty="0"/>
            </a:p>
          </p:txBody>
        </p:sp>
        <p:sp>
          <p:nvSpPr>
            <p:cNvPr id="84" name="Shape 538"/>
            <p:cNvSpPr txBox="1"/>
            <p:nvPr/>
          </p:nvSpPr>
          <p:spPr>
            <a:xfrm>
              <a:off x="10349486" y="5264105"/>
              <a:ext cx="374563" cy="1599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6-334</a:t>
              </a:r>
              <a:endParaRPr dirty="0"/>
            </a:p>
          </p:txBody>
        </p:sp>
        <p:sp>
          <p:nvSpPr>
            <p:cNvPr id="85" name="Shape 539">
              <a:hlinkClick r:id="rId29"/>
            </p:cNvPr>
            <p:cNvSpPr/>
            <p:nvPr/>
          </p:nvSpPr>
          <p:spPr>
            <a:xfrm>
              <a:off x="11129041" y="5225428"/>
              <a:ext cx="774579" cy="923164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>
                  <a:sym typeface="Calibri"/>
                </a:rPr>
                <a:t>Saumyakanti Khatua</a:t>
              </a:r>
              <a:endParaRPr sz="1000" dirty="0"/>
            </a:p>
          </p:txBody>
        </p:sp>
        <p:sp>
          <p:nvSpPr>
            <p:cNvPr id="86" name="Shape 540"/>
            <p:cNvSpPr txBox="1"/>
            <p:nvPr/>
          </p:nvSpPr>
          <p:spPr>
            <a:xfrm>
              <a:off x="11146951" y="5262229"/>
              <a:ext cx="492144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6-335</a:t>
              </a:r>
              <a:endParaRPr dirty="0"/>
            </a:p>
          </p:txBody>
        </p:sp>
        <p:sp>
          <p:nvSpPr>
            <p:cNvPr id="87" name="Shape 541">
              <a:hlinkClick r:id="rId30"/>
            </p:cNvPr>
            <p:cNvSpPr/>
            <p:nvPr/>
          </p:nvSpPr>
          <p:spPr>
            <a:xfrm>
              <a:off x="11272599" y="6156435"/>
              <a:ext cx="785804" cy="869925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endParaRPr sz="100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88" name="Shape 542"/>
            <p:cNvSpPr txBox="1"/>
            <p:nvPr/>
          </p:nvSpPr>
          <p:spPr>
            <a:xfrm>
              <a:off x="11254818" y="6129469"/>
              <a:ext cx="505627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6-336</a:t>
              </a:r>
              <a:endParaRPr sz="1000"/>
            </a:p>
          </p:txBody>
        </p:sp>
        <p:sp>
          <p:nvSpPr>
            <p:cNvPr id="89" name="Shape 543">
              <a:hlinkClick r:id="rId31"/>
            </p:cNvPr>
            <p:cNvSpPr/>
            <p:nvPr/>
          </p:nvSpPr>
          <p:spPr>
            <a:xfrm>
              <a:off x="11902021" y="5225428"/>
              <a:ext cx="829228" cy="931006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>
                  <a:sym typeface="Calibri"/>
                </a:rPr>
                <a:t>Gadadhar</a:t>
              </a:r>
              <a:r>
                <a:rPr lang="en-US" sz="1000" dirty="0">
                  <a:sym typeface="Calibri"/>
                </a:rPr>
                <a:t> Mishra</a:t>
              </a:r>
              <a:endParaRPr sz="1000" dirty="0"/>
            </a:p>
          </p:txBody>
        </p:sp>
        <p:sp>
          <p:nvSpPr>
            <p:cNvPr id="90" name="Shape 544"/>
            <p:cNvSpPr txBox="1"/>
            <p:nvPr/>
          </p:nvSpPr>
          <p:spPr>
            <a:xfrm>
              <a:off x="11957292" y="5277821"/>
              <a:ext cx="653944" cy="242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6-336A</a:t>
              </a:r>
              <a:endParaRPr sz="1000" dirty="0"/>
            </a:p>
          </p:txBody>
        </p:sp>
        <p:sp>
          <p:nvSpPr>
            <p:cNvPr id="91" name="Shape 545">
              <a:hlinkClick r:id="rId32"/>
            </p:cNvPr>
            <p:cNvSpPr/>
            <p:nvPr/>
          </p:nvSpPr>
          <p:spPr>
            <a:xfrm>
              <a:off x="12048915" y="6158098"/>
              <a:ext cx="676103" cy="868611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 dirty="0"/>
                <a:t>Alok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 dirty="0"/>
                <a:t>(HSS)</a:t>
              </a:r>
              <a:endParaRPr sz="1000" dirty="0"/>
            </a:p>
          </p:txBody>
        </p:sp>
        <p:sp>
          <p:nvSpPr>
            <p:cNvPr id="92" name="Shape 546"/>
            <p:cNvSpPr txBox="1"/>
            <p:nvPr/>
          </p:nvSpPr>
          <p:spPr>
            <a:xfrm>
              <a:off x="12000135" y="6119071"/>
              <a:ext cx="484644" cy="24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6-337</a:t>
              </a:r>
              <a:endParaRPr sz="1000" dirty="0"/>
            </a:p>
          </p:txBody>
        </p:sp>
        <p:sp>
          <p:nvSpPr>
            <p:cNvPr id="99" name="Shape 553">
              <a:hlinkClick r:id="rId33"/>
            </p:cNvPr>
            <p:cNvSpPr/>
            <p:nvPr/>
          </p:nvSpPr>
          <p:spPr>
            <a:xfrm>
              <a:off x="9568548" y="7796434"/>
              <a:ext cx="1387866" cy="778269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</a:t>
              </a:r>
              <a:endParaRPr sz="1000" dirty="0"/>
            </a:p>
          </p:txBody>
        </p:sp>
        <p:sp>
          <p:nvSpPr>
            <p:cNvPr id="101" name="Shape 555">
              <a:hlinkClick r:id="rId34"/>
            </p:cNvPr>
            <p:cNvSpPr/>
            <p:nvPr/>
          </p:nvSpPr>
          <p:spPr>
            <a:xfrm>
              <a:off x="8023436" y="7796434"/>
              <a:ext cx="1319499" cy="788780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endParaRPr sz="1000" dirty="0"/>
            </a:p>
          </p:txBody>
        </p:sp>
        <p:sp>
          <p:nvSpPr>
            <p:cNvPr id="93" name="Shape 547">
              <a:hlinkClick r:id="rId35"/>
            </p:cNvPr>
            <p:cNvSpPr/>
            <p:nvPr/>
          </p:nvSpPr>
          <p:spPr>
            <a:xfrm>
              <a:off x="11932099" y="7800958"/>
              <a:ext cx="785804" cy="784256"/>
            </a:xfrm>
            <a:prstGeom prst="rect">
              <a:avLst/>
            </a:prstGeom>
            <a:solidFill>
              <a:srgbClr val="DDD9C4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000"/>
                <a:buFont typeface="Calibri"/>
                <a:buNone/>
              </a:pPr>
              <a:r>
                <a:rPr lang="en-US" sz="1000" b="1" i="0" dirty="0"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endParaRPr sz="1000" dirty="0"/>
            </a:p>
          </p:txBody>
        </p:sp>
        <p:sp>
          <p:nvSpPr>
            <p:cNvPr id="94" name="Shape 548"/>
            <p:cNvSpPr txBox="1"/>
            <p:nvPr/>
          </p:nvSpPr>
          <p:spPr>
            <a:xfrm>
              <a:off x="11912500" y="7803794"/>
              <a:ext cx="512759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6-338</a:t>
              </a:r>
              <a:endParaRPr sz="1000" dirty="0"/>
            </a:p>
          </p:txBody>
        </p:sp>
        <p:sp>
          <p:nvSpPr>
            <p:cNvPr id="95" name="Shape 549">
              <a:hlinkClick r:id="rId36"/>
            </p:cNvPr>
            <p:cNvSpPr/>
            <p:nvPr/>
          </p:nvSpPr>
          <p:spPr>
            <a:xfrm>
              <a:off x="11175192" y="7803136"/>
              <a:ext cx="761666" cy="782078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endParaRPr sz="1000" dirty="0"/>
            </a:p>
          </p:txBody>
        </p:sp>
        <p:sp>
          <p:nvSpPr>
            <p:cNvPr id="96" name="Shape 550"/>
            <p:cNvSpPr txBox="1"/>
            <p:nvPr/>
          </p:nvSpPr>
          <p:spPr>
            <a:xfrm>
              <a:off x="11151264" y="7804491"/>
              <a:ext cx="512759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6-339</a:t>
              </a:r>
              <a:endParaRPr sz="1000" dirty="0"/>
            </a:p>
          </p:txBody>
        </p:sp>
        <p:sp>
          <p:nvSpPr>
            <p:cNvPr id="98" name="Shape 552"/>
            <p:cNvSpPr txBox="1"/>
            <p:nvPr/>
          </p:nvSpPr>
          <p:spPr>
            <a:xfrm>
              <a:off x="10484145" y="7806945"/>
              <a:ext cx="512759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6-342</a:t>
              </a:r>
              <a:endParaRPr sz="1000" dirty="0"/>
            </a:p>
          </p:txBody>
        </p:sp>
        <p:sp>
          <p:nvSpPr>
            <p:cNvPr id="100" name="Shape 554"/>
            <p:cNvSpPr txBox="1"/>
            <p:nvPr/>
          </p:nvSpPr>
          <p:spPr>
            <a:xfrm>
              <a:off x="9590694" y="7803137"/>
              <a:ext cx="512759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6-343</a:t>
              </a:r>
              <a:endParaRPr sz="1000" dirty="0"/>
            </a:p>
          </p:txBody>
        </p:sp>
        <p:sp>
          <p:nvSpPr>
            <p:cNvPr id="102" name="Shape 556"/>
            <p:cNvSpPr txBox="1"/>
            <p:nvPr/>
          </p:nvSpPr>
          <p:spPr>
            <a:xfrm>
              <a:off x="8023436" y="7805907"/>
              <a:ext cx="512759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6-346</a:t>
              </a:r>
              <a:endParaRPr sz="1000" dirty="0"/>
            </a:p>
          </p:txBody>
        </p:sp>
        <p:sp>
          <p:nvSpPr>
            <p:cNvPr id="107" name="Shape 561">
              <a:hlinkClick r:id="rId37"/>
            </p:cNvPr>
            <p:cNvSpPr/>
            <p:nvPr/>
          </p:nvSpPr>
          <p:spPr>
            <a:xfrm>
              <a:off x="5860452" y="7793414"/>
              <a:ext cx="1301549" cy="775335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IN" sz="1000" dirty="0"/>
                <a:t>HSS</a:t>
              </a:r>
              <a:endParaRPr sz="1000" dirty="0"/>
            </a:p>
          </p:txBody>
        </p:sp>
        <p:sp>
          <p:nvSpPr>
            <p:cNvPr id="108" name="Shape 562"/>
            <p:cNvSpPr txBox="1"/>
            <p:nvPr/>
          </p:nvSpPr>
          <p:spPr>
            <a:xfrm>
              <a:off x="6626112" y="7786712"/>
              <a:ext cx="512759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6-349</a:t>
              </a:r>
              <a:endParaRPr sz="1000" dirty="0"/>
            </a:p>
          </p:txBody>
        </p:sp>
        <p:sp>
          <p:nvSpPr>
            <p:cNvPr id="110" name="Shape 564"/>
            <p:cNvSpPr txBox="1"/>
            <p:nvPr/>
          </p:nvSpPr>
          <p:spPr>
            <a:xfrm>
              <a:off x="5854865" y="7793415"/>
              <a:ext cx="512759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6-350</a:t>
              </a:r>
              <a:endParaRPr sz="1000" dirty="0"/>
            </a:p>
          </p:txBody>
        </p:sp>
        <p:sp>
          <p:nvSpPr>
            <p:cNvPr id="111" name="Shape 565">
              <a:hlinkClick r:id="rId38"/>
            </p:cNvPr>
            <p:cNvSpPr/>
            <p:nvPr/>
          </p:nvSpPr>
          <p:spPr>
            <a:xfrm>
              <a:off x="4315340" y="7750159"/>
              <a:ext cx="1281037" cy="781275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 dirty="0">
                  <a:solidFill>
                    <a:srgbClr val="000000"/>
                  </a:solidFill>
                  <a:latin typeface="Calibri"/>
                  <a:cs typeface="Calibri"/>
                </a:rPr>
                <a:t>Cog Sci</a:t>
              </a:r>
              <a:endParaRPr sz="100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112" name="Shape 566"/>
            <p:cNvSpPr txBox="1"/>
            <p:nvPr/>
          </p:nvSpPr>
          <p:spPr>
            <a:xfrm>
              <a:off x="5213498" y="7859110"/>
              <a:ext cx="401493" cy="1938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6-353</a:t>
              </a:r>
              <a:endParaRPr dirty="0"/>
            </a:p>
          </p:txBody>
        </p:sp>
        <p:sp>
          <p:nvSpPr>
            <p:cNvPr id="114" name="Shape 568"/>
            <p:cNvSpPr txBox="1"/>
            <p:nvPr/>
          </p:nvSpPr>
          <p:spPr>
            <a:xfrm>
              <a:off x="4370618" y="7837257"/>
              <a:ext cx="512759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6-354</a:t>
              </a:r>
              <a:endParaRPr dirty="0"/>
            </a:p>
          </p:txBody>
        </p:sp>
        <p:sp>
          <p:nvSpPr>
            <p:cNvPr id="115" name="Shape 569">
              <a:hlinkClick r:id="rId39"/>
            </p:cNvPr>
            <p:cNvSpPr/>
            <p:nvPr/>
          </p:nvSpPr>
          <p:spPr>
            <a:xfrm>
              <a:off x="2824640" y="7789952"/>
              <a:ext cx="1199277" cy="791889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 dirty="0">
                  <a:solidFill>
                    <a:srgbClr val="000000"/>
                  </a:solidFill>
                  <a:latin typeface="Calibri"/>
                  <a:cs typeface="Calibri"/>
                </a:rPr>
                <a:t>BSE</a:t>
              </a:r>
              <a:endParaRPr sz="100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116" name="Shape 570"/>
            <p:cNvSpPr txBox="1"/>
            <p:nvPr/>
          </p:nvSpPr>
          <p:spPr>
            <a:xfrm>
              <a:off x="3640050" y="7849515"/>
              <a:ext cx="333675" cy="1693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6-357</a:t>
              </a:r>
              <a:endParaRPr dirty="0"/>
            </a:p>
          </p:txBody>
        </p:sp>
        <p:sp>
          <p:nvSpPr>
            <p:cNvPr id="118" name="Shape 572"/>
            <p:cNvSpPr txBox="1"/>
            <p:nvPr/>
          </p:nvSpPr>
          <p:spPr>
            <a:xfrm>
              <a:off x="2878060" y="7849515"/>
              <a:ext cx="512759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>
                  <a:sym typeface="Calibri"/>
                </a:rPr>
                <a:t>6-358</a:t>
              </a:r>
              <a:endParaRPr dirty="0"/>
            </a:p>
          </p:txBody>
        </p:sp>
        <p:sp>
          <p:nvSpPr>
            <p:cNvPr id="105" name="Shape 559">
              <a:hlinkClick r:id="rId40"/>
            </p:cNvPr>
            <p:cNvSpPr/>
            <p:nvPr/>
          </p:nvSpPr>
          <p:spPr>
            <a:xfrm>
              <a:off x="6491995" y="8567724"/>
              <a:ext cx="670005" cy="853348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/>
                <a:t>Kim Jooyoung</a:t>
              </a:r>
              <a:endParaRPr lang="en-US" sz="1000" dirty="0"/>
            </a:p>
          </p:txBody>
        </p:sp>
        <p:sp>
          <p:nvSpPr>
            <p:cNvPr id="106" name="Shape 560"/>
            <p:cNvSpPr txBox="1"/>
            <p:nvPr/>
          </p:nvSpPr>
          <p:spPr>
            <a:xfrm>
              <a:off x="6485158" y="8561495"/>
              <a:ext cx="512759" cy="1993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6-348</a:t>
              </a:r>
              <a:endParaRPr sz="1000"/>
            </a:p>
          </p:txBody>
        </p:sp>
        <p:sp>
          <p:nvSpPr>
            <p:cNvPr id="119" name="Shape 573">
              <a:hlinkClick r:id="rId41"/>
            </p:cNvPr>
            <p:cNvSpPr/>
            <p:nvPr/>
          </p:nvSpPr>
          <p:spPr>
            <a:xfrm>
              <a:off x="2731307" y="8573952"/>
              <a:ext cx="683678" cy="847119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 dirty="0"/>
                <a:t>MA</a:t>
              </a:r>
              <a:endParaRPr sz="1000" dirty="0"/>
            </a:p>
          </p:txBody>
        </p:sp>
        <p:sp>
          <p:nvSpPr>
            <p:cNvPr id="120" name="Shape 574"/>
            <p:cNvSpPr txBox="1"/>
            <p:nvPr/>
          </p:nvSpPr>
          <p:spPr>
            <a:xfrm>
              <a:off x="2775802" y="8605179"/>
              <a:ext cx="512759" cy="1993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6-359</a:t>
              </a:r>
              <a:endParaRPr dirty="0"/>
            </a:p>
          </p:txBody>
        </p:sp>
        <p:sp>
          <p:nvSpPr>
            <p:cNvPr id="121" name="Shape 601">
              <a:hlinkClick r:id="rId42"/>
            </p:cNvPr>
            <p:cNvSpPr/>
            <p:nvPr/>
          </p:nvSpPr>
          <p:spPr>
            <a:xfrm>
              <a:off x="4919535" y="8573952"/>
              <a:ext cx="854598" cy="847119"/>
            </a:xfrm>
            <a:custGeom>
              <a:avLst/>
              <a:gdLst/>
              <a:ahLst/>
              <a:cxnLst/>
              <a:rect l="l" t="t" r="r" b="b"/>
              <a:pathLst>
                <a:path w="1181100" h="1295400" extrusionOk="0">
                  <a:moveTo>
                    <a:pt x="0" y="1295400"/>
                  </a:moveTo>
                  <a:lnTo>
                    <a:pt x="933450" y="1295400"/>
                  </a:lnTo>
                  <a:lnTo>
                    <a:pt x="923925" y="752475"/>
                  </a:lnTo>
                  <a:lnTo>
                    <a:pt x="1181100" y="74295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CC"/>
            </a:solidFill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/>
                <a:t>Math</a:t>
              </a:r>
              <a:endParaRPr sz="1000" dirty="0"/>
            </a:p>
          </p:txBody>
        </p:sp>
        <p:sp>
          <p:nvSpPr>
            <p:cNvPr id="122" name="Shape 602">
              <a:hlinkClick r:id="rId43"/>
            </p:cNvPr>
            <p:cNvSpPr/>
            <p:nvPr/>
          </p:nvSpPr>
          <p:spPr>
            <a:xfrm flipH="1">
              <a:off x="5705765" y="8573952"/>
              <a:ext cx="772557" cy="847119"/>
            </a:xfrm>
            <a:custGeom>
              <a:avLst/>
              <a:gdLst/>
              <a:ahLst/>
              <a:cxnLst/>
              <a:rect l="l" t="t" r="r" b="b"/>
              <a:pathLst>
                <a:path w="1181100" h="1295400" extrusionOk="0">
                  <a:moveTo>
                    <a:pt x="0" y="1295400"/>
                  </a:moveTo>
                  <a:lnTo>
                    <a:pt x="933450" y="1295400"/>
                  </a:lnTo>
                  <a:lnTo>
                    <a:pt x="923925" y="752475"/>
                  </a:lnTo>
                  <a:lnTo>
                    <a:pt x="1181100" y="74295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CC"/>
            </a:solidFill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Madhumita   </a:t>
              </a:r>
              <a:r>
                <a:rPr lang="en-US" sz="1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</a:t>
              </a:r>
              <a:r>
                <a:rPr lang="en-US" sz="1000" b="0"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Sengupta</a:t>
              </a:r>
              <a:endParaRPr sz="1000" dirty="0"/>
            </a:p>
          </p:txBody>
        </p:sp>
        <p:sp>
          <p:nvSpPr>
            <p:cNvPr id="123" name="Shape 603"/>
            <p:cNvSpPr txBox="1"/>
            <p:nvPr/>
          </p:nvSpPr>
          <p:spPr>
            <a:xfrm>
              <a:off x="5692091" y="8555266"/>
              <a:ext cx="512759" cy="1993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6-351</a:t>
              </a:r>
              <a:endParaRPr sz="1000"/>
            </a:p>
          </p:txBody>
        </p:sp>
        <p:sp>
          <p:nvSpPr>
            <p:cNvPr id="124" name="Shape 604"/>
            <p:cNvSpPr txBox="1"/>
            <p:nvPr/>
          </p:nvSpPr>
          <p:spPr>
            <a:xfrm>
              <a:off x="4899025" y="8555266"/>
              <a:ext cx="512759" cy="1993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6-352</a:t>
              </a:r>
              <a:endParaRPr sz="1000" dirty="0"/>
            </a:p>
          </p:txBody>
        </p:sp>
        <p:sp>
          <p:nvSpPr>
            <p:cNvPr id="127" name="Shape 607">
              <a:hlinkClick r:id="rId44"/>
            </p:cNvPr>
            <p:cNvSpPr/>
            <p:nvPr/>
          </p:nvSpPr>
          <p:spPr>
            <a:xfrm>
              <a:off x="3414468" y="8573952"/>
              <a:ext cx="717535" cy="847119"/>
            </a:xfrm>
            <a:custGeom>
              <a:avLst/>
              <a:gdLst/>
              <a:ahLst/>
              <a:cxnLst/>
              <a:rect l="l" t="t" r="r" b="b"/>
              <a:pathLst>
                <a:path w="1181100" h="1295400" extrusionOk="0">
                  <a:moveTo>
                    <a:pt x="0" y="1295400"/>
                  </a:moveTo>
                  <a:lnTo>
                    <a:pt x="933450" y="1295400"/>
                  </a:lnTo>
                  <a:lnTo>
                    <a:pt x="923925" y="752475"/>
                  </a:lnTo>
                  <a:lnTo>
                    <a:pt x="1181100" y="74295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endParaRPr sz="1000" dirty="0"/>
            </a:p>
          </p:txBody>
        </p:sp>
        <p:sp>
          <p:nvSpPr>
            <p:cNvPr id="128" name="Shape 608">
              <a:hlinkClick r:id="rId45"/>
            </p:cNvPr>
            <p:cNvSpPr/>
            <p:nvPr/>
          </p:nvSpPr>
          <p:spPr>
            <a:xfrm flipH="1">
              <a:off x="4126469" y="8573952"/>
              <a:ext cx="854598" cy="847119"/>
            </a:xfrm>
            <a:custGeom>
              <a:avLst/>
              <a:gdLst/>
              <a:ahLst/>
              <a:cxnLst/>
              <a:rect l="l" t="t" r="r" b="b"/>
              <a:pathLst>
                <a:path w="1181100" h="1295400" extrusionOk="0">
                  <a:moveTo>
                    <a:pt x="0" y="1295400"/>
                  </a:moveTo>
                  <a:lnTo>
                    <a:pt x="933450" y="1295400"/>
                  </a:lnTo>
                  <a:lnTo>
                    <a:pt x="923925" y="752475"/>
                  </a:lnTo>
                  <a:lnTo>
                    <a:pt x="1181100" y="74295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endParaRPr sz="1000" dirty="0"/>
            </a:p>
          </p:txBody>
        </p:sp>
        <p:sp>
          <p:nvSpPr>
            <p:cNvPr id="131" name="Shape 611"/>
            <p:cNvSpPr txBox="1"/>
            <p:nvPr/>
          </p:nvSpPr>
          <p:spPr>
            <a:xfrm>
              <a:off x="4180706" y="8613813"/>
              <a:ext cx="499086" cy="1993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6-355</a:t>
              </a:r>
              <a:endParaRPr dirty="0"/>
            </a:p>
          </p:txBody>
        </p:sp>
        <p:sp>
          <p:nvSpPr>
            <p:cNvPr id="132" name="Shape 612"/>
            <p:cNvSpPr txBox="1"/>
            <p:nvPr/>
          </p:nvSpPr>
          <p:spPr>
            <a:xfrm>
              <a:off x="3459423" y="8610556"/>
              <a:ext cx="499086" cy="1993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6-356</a:t>
              </a:r>
              <a:endParaRPr sz="1000" dirty="0"/>
            </a:p>
          </p:txBody>
        </p:sp>
        <p:sp>
          <p:nvSpPr>
            <p:cNvPr id="103" name="Shape 557">
              <a:hlinkClick r:id="rId46"/>
            </p:cNvPr>
            <p:cNvSpPr/>
            <p:nvPr/>
          </p:nvSpPr>
          <p:spPr>
            <a:xfrm>
              <a:off x="8023436" y="8583674"/>
              <a:ext cx="676842" cy="847119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 dirty="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Rohit Mishra</a:t>
              </a:r>
              <a:endParaRPr sz="100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104" name="Shape 558"/>
            <p:cNvSpPr txBox="1"/>
            <p:nvPr/>
          </p:nvSpPr>
          <p:spPr>
            <a:xfrm>
              <a:off x="7996089" y="8564988"/>
              <a:ext cx="512759" cy="1993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6-347</a:t>
              </a:r>
              <a:endParaRPr sz="1000"/>
            </a:p>
          </p:txBody>
        </p:sp>
        <p:sp>
          <p:nvSpPr>
            <p:cNvPr id="125" name="Shape 605">
              <a:hlinkClick r:id="rId47"/>
            </p:cNvPr>
            <p:cNvSpPr/>
            <p:nvPr/>
          </p:nvSpPr>
          <p:spPr>
            <a:xfrm>
              <a:off x="8638746" y="8583674"/>
              <a:ext cx="854598" cy="847119"/>
            </a:xfrm>
            <a:custGeom>
              <a:avLst/>
              <a:gdLst/>
              <a:ahLst/>
              <a:cxnLst/>
              <a:rect l="l" t="t" r="r" b="b"/>
              <a:pathLst>
                <a:path w="1181100" h="1295400" extrusionOk="0">
                  <a:moveTo>
                    <a:pt x="0" y="1295400"/>
                  </a:moveTo>
                  <a:lnTo>
                    <a:pt x="933450" y="1295400"/>
                  </a:lnTo>
                  <a:lnTo>
                    <a:pt x="923925" y="752475"/>
                  </a:lnTo>
                  <a:lnTo>
                    <a:pt x="1181100" y="74295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CC"/>
            </a:solidFill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Indranath Sengupta</a:t>
              </a:r>
              <a:endParaRPr sz="1000"/>
            </a:p>
          </p:txBody>
        </p:sp>
        <p:sp>
          <p:nvSpPr>
            <p:cNvPr id="126" name="Shape 606">
              <a:hlinkClick r:id="rId48"/>
            </p:cNvPr>
            <p:cNvSpPr/>
            <p:nvPr/>
          </p:nvSpPr>
          <p:spPr>
            <a:xfrm flipH="1">
              <a:off x="9424977" y="8583674"/>
              <a:ext cx="854598" cy="847119"/>
            </a:xfrm>
            <a:custGeom>
              <a:avLst/>
              <a:gdLst/>
              <a:ahLst/>
              <a:cxnLst/>
              <a:rect l="l" t="t" r="r" b="b"/>
              <a:pathLst>
                <a:path w="1181100" h="1295400" extrusionOk="0">
                  <a:moveTo>
                    <a:pt x="0" y="1295400"/>
                  </a:moveTo>
                  <a:lnTo>
                    <a:pt x="933450" y="1295400"/>
                  </a:lnTo>
                  <a:lnTo>
                    <a:pt x="923925" y="752475"/>
                  </a:lnTo>
                  <a:lnTo>
                    <a:pt x="1181100" y="74295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CC"/>
            </a:solidFill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dirty="0">
                  <a:sym typeface="Calibri"/>
                </a:rPr>
                <a:t>Sanjay</a:t>
              </a: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000" b="0" i="0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Amrutiya</a:t>
              </a:r>
              <a:endParaRPr sz="1000" dirty="0"/>
            </a:p>
          </p:txBody>
        </p:sp>
        <p:sp>
          <p:nvSpPr>
            <p:cNvPr id="129" name="Shape 609"/>
            <p:cNvSpPr txBox="1"/>
            <p:nvPr/>
          </p:nvSpPr>
          <p:spPr>
            <a:xfrm>
              <a:off x="9431813" y="8564988"/>
              <a:ext cx="512759" cy="1993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6-344</a:t>
              </a:r>
              <a:endParaRPr sz="1000"/>
            </a:p>
          </p:txBody>
        </p:sp>
        <p:sp>
          <p:nvSpPr>
            <p:cNvPr id="130" name="Shape 610"/>
            <p:cNvSpPr txBox="1"/>
            <p:nvPr/>
          </p:nvSpPr>
          <p:spPr>
            <a:xfrm>
              <a:off x="8631909" y="8564988"/>
              <a:ext cx="512759" cy="1993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6-345</a:t>
              </a:r>
              <a:endParaRPr sz="1000"/>
            </a:p>
          </p:txBody>
        </p:sp>
        <p:sp>
          <p:nvSpPr>
            <p:cNvPr id="133" name="Shape 613">
              <a:hlinkClick r:id="rId49"/>
            </p:cNvPr>
            <p:cNvSpPr/>
            <p:nvPr/>
          </p:nvSpPr>
          <p:spPr>
            <a:xfrm>
              <a:off x="10211206" y="8583674"/>
              <a:ext cx="854598" cy="847119"/>
            </a:xfrm>
            <a:custGeom>
              <a:avLst/>
              <a:gdLst/>
              <a:ahLst/>
              <a:cxnLst/>
              <a:rect l="l" t="t" r="r" b="b"/>
              <a:pathLst>
                <a:path w="1181100" h="1295400" extrusionOk="0">
                  <a:moveTo>
                    <a:pt x="0" y="1295400"/>
                  </a:moveTo>
                  <a:lnTo>
                    <a:pt x="933450" y="1295400"/>
                  </a:lnTo>
                  <a:lnTo>
                    <a:pt x="923925" y="752475"/>
                  </a:lnTo>
                  <a:lnTo>
                    <a:pt x="1181100" y="74295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CC"/>
            </a:solidFill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sz="1050" b="1" dirty="0">
                <a:solidFill>
                  <a:srgbClr val="FF0000"/>
                </a:solidFill>
                <a:latin typeface="Calibri"/>
                <a:cs typeface="Calibri"/>
              </a:endParaRPr>
            </a:p>
          </p:txBody>
        </p:sp>
        <p:sp>
          <p:nvSpPr>
            <p:cNvPr id="134" name="Shape 614">
              <a:hlinkClick r:id="rId50"/>
            </p:cNvPr>
            <p:cNvSpPr/>
            <p:nvPr/>
          </p:nvSpPr>
          <p:spPr>
            <a:xfrm flipH="1">
              <a:off x="11017946" y="8583674"/>
              <a:ext cx="800102" cy="847119"/>
            </a:xfrm>
            <a:custGeom>
              <a:avLst/>
              <a:gdLst/>
              <a:ahLst/>
              <a:cxnLst/>
              <a:rect l="l" t="t" r="r" b="b"/>
              <a:pathLst>
                <a:path w="1181100" h="1295400" extrusionOk="0">
                  <a:moveTo>
                    <a:pt x="0" y="1295400"/>
                  </a:moveTo>
                  <a:lnTo>
                    <a:pt x="933450" y="1295400"/>
                  </a:lnTo>
                  <a:lnTo>
                    <a:pt x="923925" y="752475"/>
                  </a:lnTo>
                  <a:lnTo>
                    <a:pt x="1181100" y="74295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 dirty="0" err="1">
                  <a:sym typeface="Calibri"/>
                </a:rPr>
                <a:t>Aksha</a:t>
              </a:r>
              <a:r>
                <a:rPr lang="en-US" sz="1000" dirty="0">
                  <a:sym typeface="Calibri"/>
                </a:rPr>
                <a:t> </a:t>
              </a:r>
              <a:r>
                <a:rPr lang="en-US" sz="1000" dirty="0" err="1">
                  <a:sym typeface="Calibri"/>
                </a:rPr>
                <a:t>Vatwani</a:t>
              </a:r>
              <a:endParaRPr lang="en-US" sz="1000" dirty="0">
                <a:sym typeface="Calibri"/>
              </a:endParaRPr>
            </a:p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endParaRPr sz="1000" dirty="0"/>
            </a:p>
          </p:txBody>
        </p:sp>
        <p:sp>
          <p:nvSpPr>
            <p:cNvPr id="135" name="Shape 615"/>
            <p:cNvSpPr txBox="1"/>
            <p:nvPr/>
          </p:nvSpPr>
          <p:spPr>
            <a:xfrm>
              <a:off x="11017946" y="8571217"/>
              <a:ext cx="499086" cy="1993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6-340</a:t>
              </a:r>
              <a:endParaRPr sz="1000"/>
            </a:p>
          </p:txBody>
        </p:sp>
        <p:sp>
          <p:nvSpPr>
            <p:cNvPr id="136" name="Shape 616"/>
            <p:cNvSpPr txBox="1"/>
            <p:nvPr/>
          </p:nvSpPr>
          <p:spPr>
            <a:xfrm>
              <a:off x="10211206" y="8577446"/>
              <a:ext cx="512759" cy="1993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6-341</a:t>
              </a:r>
              <a:endParaRPr sz="1000"/>
            </a:p>
          </p:txBody>
        </p:sp>
        <p:sp>
          <p:nvSpPr>
            <p:cNvPr id="137" name="Shape 617">
              <a:hlinkClick r:id="rId51"/>
            </p:cNvPr>
            <p:cNvSpPr/>
            <p:nvPr/>
          </p:nvSpPr>
          <p:spPr>
            <a:xfrm>
              <a:off x="11818048" y="8583674"/>
              <a:ext cx="899855" cy="847119"/>
            </a:xfrm>
            <a:custGeom>
              <a:avLst/>
              <a:gdLst/>
              <a:ahLst/>
              <a:cxnLst/>
              <a:rect l="l" t="t" r="r" b="b"/>
              <a:pathLst>
                <a:path w="1181100" h="1295401" extrusionOk="0">
                  <a:moveTo>
                    <a:pt x="0" y="1295400"/>
                  </a:moveTo>
                  <a:lnTo>
                    <a:pt x="839982" y="1295401"/>
                  </a:lnTo>
                  <a:lnTo>
                    <a:pt x="855948" y="752475"/>
                  </a:lnTo>
                  <a:lnTo>
                    <a:pt x="849713" y="742950"/>
                  </a:lnTo>
                  <a:lnTo>
                    <a:pt x="1181100" y="742950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>
                  <a:sym typeface="Calibri"/>
                </a:rPr>
                <a:t>Jaison Manjaly</a:t>
              </a:r>
              <a:endParaRPr lang="en-US" sz="1000" dirty="0">
                <a:sym typeface="Calibri"/>
              </a:endParaRPr>
            </a:p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1000" dirty="0">
                  <a:sym typeface="Calibri"/>
                </a:rPr>
                <a:t>(HSS)</a:t>
              </a:r>
              <a:endParaRPr sz="1000" dirty="0"/>
            </a:p>
          </p:txBody>
        </p:sp>
        <p:sp>
          <p:nvSpPr>
            <p:cNvPr id="138" name="Shape 618"/>
            <p:cNvSpPr txBox="1"/>
            <p:nvPr/>
          </p:nvSpPr>
          <p:spPr>
            <a:xfrm>
              <a:off x="11804176" y="8564988"/>
              <a:ext cx="733183" cy="244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6-339a</a:t>
              </a:r>
              <a:endParaRPr sz="1000" dirty="0"/>
            </a:p>
          </p:txBody>
        </p:sp>
        <p:sp>
          <p:nvSpPr>
            <p:cNvPr id="4" name="Shape 458">
              <a:hlinkClick r:id="rId52"/>
            </p:cNvPr>
            <p:cNvSpPr/>
            <p:nvPr/>
          </p:nvSpPr>
          <p:spPr>
            <a:xfrm>
              <a:off x="1338528" y="5571478"/>
              <a:ext cx="512369" cy="505627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sz="800" dirty="0"/>
            </a:p>
          </p:txBody>
        </p:sp>
        <p:sp>
          <p:nvSpPr>
            <p:cNvPr id="5" name="Shape 459"/>
            <p:cNvSpPr txBox="1"/>
            <p:nvPr/>
          </p:nvSpPr>
          <p:spPr>
            <a:xfrm>
              <a:off x="1382759" y="5610057"/>
              <a:ext cx="362445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6-301</a:t>
              </a:r>
              <a:endParaRPr dirty="0"/>
            </a:p>
          </p:txBody>
        </p:sp>
        <p:sp>
          <p:nvSpPr>
            <p:cNvPr id="6" name="Shape 460">
              <a:hlinkClick r:id="rId53"/>
            </p:cNvPr>
            <p:cNvSpPr/>
            <p:nvPr/>
          </p:nvSpPr>
          <p:spPr>
            <a:xfrm>
              <a:off x="325530" y="5375966"/>
              <a:ext cx="1004512" cy="795520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RN Singh/ V D Sharma</a:t>
              </a:r>
              <a:endParaRPr sz="1000" dirty="0"/>
            </a:p>
          </p:txBody>
        </p:sp>
        <p:sp>
          <p:nvSpPr>
            <p:cNvPr id="7" name="Shape 461"/>
            <p:cNvSpPr txBox="1"/>
            <p:nvPr/>
          </p:nvSpPr>
          <p:spPr>
            <a:xfrm>
              <a:off x="369899" y="5399917"/>
              <a:ext cx="363480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6-302</a:t>
              </a:r>
              <a:endParaRPr dirty="0"/>
            </a:p>
          </p:txBody>
        </p:sp>
        <p:sp>
          <p:nvSpPr>
            <p:cNvPr id="8" name="Shape 462">
              <a:hlinkClick r:id="rId54"/>
            </p:cNvPr>
            <p:cNvSpPr/>
            <p:nvPr/>
          </p:nvSpPr>
          <p:spPr>
            <a:xfrm>
              <a:off x="325107" y="4577430"/>
              <a:ext cx="1004512" cy="802262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endParaRPr lang="en-US" sz="10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N.Ramakrishanan</a:t>
              </a:r>
              <a:endParaRPr sz="1000" dirty="0"/>
            </a:p>
          </p:txBody>
        </p:sp>
        <p:sp>
          <p:nvSpPr>
            <p:cNvPr id="9" name="Shape 463">
              <a:hlinkClick r:id="rId55"/>
            </p:cNvPr>
            <p:cNvSpPr/>
            <p:nvPr/>
          </p:nvSpPr>
          <p:spPr>
            <a:xfrm>
              <a:off x="1325632" y="4934388"/>
              <a:ext cx="507261" cy="489070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800" dirty="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Soumya  Harish</a:t>
              </a:r>
              <a:endParaRPr sz="80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10" name="Shape 464">
              <a:hlinkClick r:id="rId56"/>
            </p:cNvPr>
            <p:cNvSpPr/>
            <p:nvPr/>
          </p:nvSpPr>
          <p:spPr>
            <a:xfrm>
              <a:off x="1323964" y="4435072"/>
              <a:ext cx="512369" cy="499316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endParaRPr sz="800" b="1" dirty="0">
                <a:solidFill>
                  <a:srgbClr val="FF0000"/>
                </a:solidFill>
                <a:latin typeface="Calibri"/>
                <a:cs typeface="Calibri"/>
              </a:endParaRPr>
            </a:p>
          </p:txBody>
        </p:sp>
        <p:sp>
          <p:nvSpPr>
            <p:cNvPr id="11" name="Shape 465">
              <a:hlinkClick r:id="rId57"/>
            </p:cNvPr>
            <p:cNvSpPr/>
            <p:nvPr/>
          </p:nvSpPr>
          <p:spPr>
            <a:xfrm>
              <a:off x="1323822" y="3963153"/>
              <a:ext cx="512369" cy="465177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</a:pPr>
              <a:r>
                <a:rPr lang="en-US" sz="800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BV </a:t>
              </a:r>
              <a:r>
                <a:rPr lang="en-US" sz="800" dirty="0" err="1">
                  <a:solidFill>
                    <a:srgbClr val="000000"/>
                  </a:solidFill>
                  <a:latin typeface="Calibri"/>
                  <a:cs typeface="Calibri"/>
                  <a:sym typeface="Calibri"/>
                </a:rPr>
                <a:t>Puvar</a:t>
              </a:r>
              <a:endParaRPr sz="800" dirty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12" name="Shape 466"/>
            <p:cNvSpPr txBox="1"/>
            <p:nvPr/>
          </p:nvSpPr>
          <p:spPr>
            <a:xfrm>
              <a:off x="1382759" y="4953868"/>
              <a:ext cx="391934" cy="2123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6-304</a:t>
              </a:r>
              <a:endParaRPr dirty="0"/>
            </a:p>
          </p:txBody>
        </p:sp>
        <p:sp>
          <p:nvSpPr>
            <p:cNvPr id="13" name="Shape 467"/>
            <p:cNvSpPr txBox="1"/>
            <p:nvPr/>
          </p:nvSpPr>
          <p:spPr>
            <a:xfrm>
              <a:off x="1373535" y="3959156"/>
              <a:ext cx="399092" cy="204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6-306</a:t>
              </a:r>
              <a:endParaRPr dirty="0"/>
            </a:p>
          </p:txBody>
        </p:sp>
        <p:sp>
          <p:nvSpPr>
            <p:cNvPr id="14" name="Shape 468"/>
            <p:cNvSpPr txBox="1"/>
            <p:nvPr/>
          </p:nvSpPr>
          <p:spPr>
            <a:xfrm>
              <a:off x="1390066" y="4444479"/>
              <a:ext cx="409291" cy="178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6-305</a:t>
              </a:r>
              <a:endParaRPr dirty="0"/>
            </a:p>
          </p:txBody>
        </p:sp>
        <p:sp>
          <p:nvSpPr>
            <p:cNvPr id="15" name="Shape 469">
              <a:hlinkClick r:id="rId58"/>
            </p:cNvPr>
            <p:cNvSpPr/>
            <p:nvPr/>
          </p:nvSpPr>
          <p:spPr>
            <a:xfrm>
              <a:off x="325530" y="3808094"/>
              <a:ext cx="997372" cy="775295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900" b="0" i="0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R.R.Puri</a:t>
              </a:r>
              <a:endParaRPr sz="900" dirty="0"/>
            </a:p>
          </p:txBody>
        </p:sp>
        <p:sp>
          <p:nvSpPr>
            <p:cNvPr id="16" name="Shape 470">
              <a:hlinkClick r:id="rId59"/>
            </p:cNvPr>
            <p:cNvSpPr/>
            <p:nvPr/>
          </p:nvSpPr>
          <p:spPr>
            <a:xfrm>
              <a:off x="321121" y="3026058"/>
              <a:ext cx="1004512" cy="782036"/>
            </a:xfrm>
            <a:prstGeom prst="rect">
              <a:avLst/>
            </a:prstGeom>
            <a:solidFill>
              <a:srgbClr val="FFFFCC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0" i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SR Gandhi</a:t>
              </a:r>
              <a:endParaRPr sz="1000" dirty="0"/>
            </a:p>
          </p:txBody>
        </p:sp>
        <p:sp>
          <p:nvSpPr>
            <p:cNvPr id="17" name="Shape 471"/>
            <p:cNvSpPr txBox="1"/>
            <p:nvPr/>
          </p:nvSpPr>
          <p:spPr>
            <a:xfrm>
              <a:off x="369899" y="3832873"/>
              <a:ext cx="384080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6-307</a:t>
              </a:r>
              <a:endParaRPr dirty="0"/>
            </a:p>
          </p:txBody>
        </p:sp>
        <p:sp>
          <p:nvSpPr>
            <p:cNvPr id="18" name="Shape 472"/>
            <p:cNvSpPr txBox="1"/>
            <p:nvPr/>
          </p:nvSpPr>
          <p:spPr>
            <a:xfrm>
              <a:off x="369899" y="3064966"/>
              <a:ext cx="384080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6-308</a:t>
              </a:r>
              <a:endParaRPr dirty="0"/>
            </a:p>
          </p:txBody>
        </p:sp>
        <p:sp>
          <p:nvSpPr>
            <p:cNvPr id="19" name="Shape 473">
              <a:hlinkClick r:id="rId60"/>
            </p:cNvPr>
            <p:cNvSpPr/>
            <p:nvPr/>
          </p:nvSpPr>
          <p:spPr>
            <a:xfrm>
              <a:off x="1327851" y="3027452"/>
              <a:ext cx="519110" cy="512369"/>
            </a:xfrm>
            <a:prstGeom prst="rect">
              <a:avLst/>
            </a:prstGeom>
            <a:solidFill>
              <a:srgbClr val="DCE6F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000" b="1" dirty="0">
                  <a:solidFill>
                    <a:srgbClr val="FF0000"/>
                  </a:solidFill>
                </a:rPr>
                <a:t>Math</a:t>
              </a:r>
              <a:endParaRPr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Shape 474"/>
            <p:cNvSpPr txBox="1"/>
            <p:nvPr/>
          </p:nvSpPr>
          <p:spPr>
            <a:xfrm>
              <a:off x="1391721" y="3056032"/>
              <a:ext cx="387647" cy="2246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6-309</a:t>
              </a:r>
              <a:endParaRPr dirty="0"/>
            </a:p>
          </p:txBody>
        </p:sp>
        <p:sp>
          <p:nvSpPr>
            <p:cNvPr id="139" name="Shape 619"/>
            <p:cNvSpPr txBox="1"/>
            <p:nvPr/>
          </p:nvSpPr>
          <p:spPr>
            <a:xfrm>
              <a:off x="395878" y="4622954"/>
              <a:ext cx="358101" cy="215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>
                <a:defRPr lang="en-US"/>
              </a:defPPr>
              <a:lvl1pPr marL="0" lvl="0" indent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  <a:defRPr sz="1000" b="1">
                  <a:solidFill>
                    <a:schemeClr val="dk1"/>
                  </a:solidFill>
                  <a:latin typeface="Calibri"/>
                  <a:ea typeface="Calibri"/>
                  <a:cs typeface="Calibri"/>
                </a:defRPr>
              </a:lvl1pPr>
              <a:lvl2pPr marL="457200" indent="0">
                <a:defRPr sz="1100">
                  <a:latin typeface="+mn-lt"/>
                </a:defRPr>
              </a:lvl2pPr>
              <a:lvl3pPr marL="914400" indent="0">
                <a:defRPr sz="1100">
                  <a:latin typeface="+mn-lt"/>
                </a:defRPr>
              </a:lvl3pPr>
              <a:lvl4pPr marL="1371600" indent="0">
                <a:defRPr sz="1100">
                  <a:latin typeface="+mn-lt"/>
                </a:defRPr>
              </a:lvl4pPr>
              <a:lvl5pPr marL="1828800" indent="0">
                <a:defRPr sz="1100">
                  <a:latin typeface="+mn-lt"/>
                </a:defRPr>
              </a:lvl5pPr>
              <a:lvl6pPr marL="2286000" indent="0">
                <a:defRPr sz="1100">
                  <a:latin typeface="+mn-lt"/>
                </a:defRPr>
              </a:lvl6pPr>
              <a:lvl7pPr marL="2743200" indent="0">
                <a:defRPr sz="1100">
                  <a:latin typeface="+mn-lt"/>
                </a:defRPr>
              </a:lvl7pPr>
              <a:lvl8pPr marL="3200400" indent="0">
                <a:defRPr sz="1100">
                  <a:latin typeface="+mn-lt"/>
                </a:defRPr>
              </a:lvl8pPr>
              <a:lvl9pPr marL="3657600" indent="0">
                <a:defRPr sz="1100">
                  <a:latin typeface="+mn-lt"/>
                </a:defRPr>
              </a:lvl9pPr>
            </a:lstStyle>
            <a:p>
              <a:r>
                <a:rPr lang="en-US" dirty="0">
                  <a:sym typeface="Calibri"/>
                </a:rPr>
                <a:t>6-303</a:t>
              </a:r>
              <a:endParaRPr dirty="0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2657912" y="1301441"/>
              <a:ext cx="4422003" cy="1474300"/>
            </a:xfrm>
            <a:prstGeom prst="rect">
              <a:avLst/>
            </a:prstGeom>
            <a:solidFill>
              <a:srgbClr val="FFC0CB">
                <a:alpha val="9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Phys (7F + 24S)</a:t>
              </a:r>
              <a:endParaRPr lang="en-IN" sz="2000" dirty="0">
                <a:solidFill>
                  <a:schemeClr val="tx1"/>
                </a:solidFill>
              </a:endParaRPr>
            </a:p>
          </p:txBody>
        </p:sp>
        <p:sp>
          <p:nvSpPr>
            <p:cNvPr id="2" name="Freeform: Shape 1"/>
            <p:cNvSpPr/>
            <p:nvPr/>
          </p:nvSpPr>
          <p:spPr>
            <a:xfrm>
              <a:off x="8004053" y="7758415"/>
              <a:ext cx="3803301" cy="1699937"/>
            </a:xfrm>
            <a:custGeom>
              <a:avLst/>
              <a:gdLst>
                <a:gd name="connsiteX0" fmla="*/ 20097 w 3803301"/>
                <a:gd name="connsiteY0" fmla="*/ 1652954 h 1652954"/>
                <a:gd name="connsiteX1" fmla="*/ 3803301 w 3803301"/>
                <a:gd name="connsiteY1" fmla="*/ 1652954 h 1652954"/>
                <a:gd name="connsiteX2" fmla="*/ 3803301 w 3803301"/>
                <a:gd name="connsiteY2" fmla="*/ 803868 h 1652954"/>
                <a:gd name="connsiteX3" fmla="*/ 3019530 w 3803301"/>
                <a:gd name="connsiteY3" fmla="*/ 803868 h 1652954"/>
                <a:gd name="connsiteX4" fmla="*/ 3019530 w 3803301"/>
                <a:gd name="connsiteY4" fmla="*/ 0 h 1652954"/>
                <a:gd name="connsiteX5" fmla="*/ 1451987 w 3803301"/>
                <a:gd name="connsiteY5" fmla="*/ 0 h 1652954"/>
                <a:gd name="connsiteX6" fmla="*/ 1451987 w 3803301"/>
                <a:gd name="connsiteY6" fmla="*/ 783772 h 1652954"/>
                <a:gd name="connsiteX7" fmla="*/ 0 w 3803301"/>
                <a:gd name="connsiteY7" fmla="*/ 783772 h 1652954"/>
                <a:gd name="connsiteX8" fmla="*/ 20097 w 3803301"/>
                <a:gd name="connsiteY8" fmla="*/ 1652954 h 1652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03301" h="1652954">
                  <a:moveTo>
                    <a:pt x="20097" y="1652954"/>
                  </a:moveTo>
                  <a:lnTo>
                    <a:pt x="3803301" y="1652954"/>
                  </a:lnTo>
                  <a:lnTo>
                    <a:pt x="3803301" y="803868"/>
                  </a:lnTo>
                  <a:lnTo>
                    <a:pt x="3019530" y="803868"/>
                  </a:lnTo>
                  <a:lnTo>
                    <a:pt x="3019530" y="0"/>
                  </a:lnTo>
                  <a:lnTo>
                    <a:pt x="1451987" y="0"/>
                  </a:lnTo>
                  <a:lnTo>
                    <a:pt x="1451987" y="783772"/>
                  </a:lnTo>
                  <a:lnTo>
                    <a:pt x="0" y="783772"/>
                  </a:lnTo>
                  <a:lnTo>
                    <a:pt x="20097" y="1652954"/>
                  </a:lnTo>
                  <a:close/>
                </a:path>
              </a:pathLst>
            </a:custGeom>
            <a:solidFill>
              <a:srgbClr val="800000">
                <a:alpha val="9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<a:no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Math (8F + 13S)</a:t>
              </a:r>
              <a:endParaRPr lang="en-IN" dirty="0">
                <a:solidFill>
                  <a:schemeClr val="tx1"/>
                </a:solidFill>
              </a:endParaRPr>
            </a:p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11127109" y="5231066"/>
              <a:ext cx="788444" cy="911493"/>
            </a:xfrm>
            <a:prstGeom prst="rect">
              <a:avLst/>
            </a:prstGeom>
            <a:solidFill>
              <a:srgbClr val="00FFFF">
                <a:alpha val="7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Chem</a:t>
              </a:r>
            </a:p>
          </p:txBody>
        </p:sp>
        <p:sp>
          <p:nvSpPr>
            <p:cNvPr id="109" name="Freeform: Shape 108"/>
            <p:cNvSpPr/>
            <p:nvPr/>
          </p:nvSpPr>
          <p:spPr>
            <a:xfrm>
              <a:off x="11177941" y="6165516"/>
              <a:ext cx="1556003" cy="3273126"/>
            </a:xfrm>
            <a:custGeom>
              <a:avLst/>
              <a:gdLst>
                <a:gd name="connsiteX0" fmla="*/ 0 w 1577473"/>
                <a:gd name="connsiteY0" fmla="*/ 2433053 h 3310021"/>
                <a:gd name="connsiteX1" fmla="*/ 0 w 1577473"/>
                <a:gd name="connsiteY1" fmla="*/ 1518653 h 3310021"/>
                <a:gd name="connsiteX2" fmla="*/ 866273 w 1577473"/>
                <a:gd name="connsiteY2" fmla="*/ 1518653 h 3310021"/>
                <a:gd name="connsiteX3" fmla="*/ 866273 w 1577473"/>
                <a:gd name="connsiteY3" fmla="*/ 0 h 3310021"/>
                <a:gd name="connsiteX4" fmla="*/ 1577473 w 1577473"/>
                <a:gd name="connsiteY4" fmla="*/ 0 h 3310021"/>
                <a:gd name="connsiteX5" fmla="*/ 1577473 w 1577473"/>
                <a:gd name="connsiteY5" fmla="*/ 3310021 h 3310021"/>
                <a:gd name="connsiteX6" fmla="*/ 647031 w 1577473"/>
                <a:gd name="connsiteY6" fmla="*/ 3310021 h 3310021"/>
                <a:gd name="connsiteX7" fmla="*/ 647031 w 1577473"/>
                <a:gd name="connsiteY7" fmla="*/ 2433053 h 3310021"/>
                <a:gd name="connsiteX8" fmla="*/ 0 w 1577473"/>
                <a:gd name="connsiteY8" fmla="*/ 2433053 h 3310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77473" h="3310021">
                  <a:moveTo>
                    <a:pt x="0" y="2433053"/>
                  </a:moveTo>
                  <a:lnTo>
                    <a:pt x="0" y="1518653"/>
                  </a:lnTo>
                  <a:lnTo>
                    <a:pt x="866273" y="1518653"/>
                  </a:lnTo>
                  <a:lnTo>
                    <a:pt x="866273" y="0"/>
                  </a:lnTo>
                  <a:lnTo>
                    <a:pt x="1577473" y="0"/>
                  </a:lnTo>
                  <a:lnTo>
                    <a:pt x="1577473" y="3310021"/>
                  </a:lnTo>
                  <a:lnTo>
                    <a:pt x="647031" y="3310021"/>
                  </a:lnTo>
                  <a:lnTo>
                    <a:pt x="647031" y="2433053"/>
                  </a:lnTo>
                  <a:lnTo>
                    <a:pt x="0" y="2433053"/>
                  </a:lnTo>
                  <a:close/>
                </a:path>
              </a:pathLst>
            </a:custGeom>
            <a:solidFill>
              <a:srgbClr val="EBF5F0">
                <a:alpha val="9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HSS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327707" y="3810788"/>
              <a:ext cx="991339" cy="763948"/>
            </a:xfrm>
            <a:prstGeom prst="rect">
              <a:avLst/>
            </a:prstGeom>
            <a:solidFill>
              <a:srgbClr val="FFC0CB">
                <a:alpha val="9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Phys</a:t>
              </a:r>
              <a:endParaRPr lang="en-IN" sz="2000" dirty="0">
                <a:solidFill>
                  <a:schemeClr val="tx1"/>
                </a:solidFill>
              </a:endParaRPr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326735" y="5393788"/>
              <a:ext cx="1536820" cy="795519"/>
            </a:xfrm>
            <a:prstGeom prst="rect">
              <a:avLst/>
            </a:prstGeom>
            <a:solidFill>
              <a:srgbClr val="0000FF">
                <a:alpha val="9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Bio</a:t>
              </a:r>
              <a:endParaRPr lang="en-IN" sz="2000" dirty="0">
                <a:solidFill>
                  <a:schemeClr val="tx1"/>
                </a:solidFill>
              </a:endParaRPr>
            </a:p>
          </p:txBody>
        </p:sp>
        <p:sp>
          <p:nvSpPr>
            <p:cNvPr id="3" name="Freeform: Shape 2"/>
            <p:cNvSpPr/>
            <p:nvPr/>
          </p:nvSpPr>
          <p:spPr>
            <a:xfrm>
              <a:off x="8133539" y="5237459"/>
              <a:ext cx="4588042" cy="1800932"/>
            </a:xfrm>
            <a:custGeom>
              <a:avLst/>
              <a:gdLst>
                <a:gd name="connsiteX0" fmla="*/ 689810 w 4588042"/>
                <a:gd name="connsiteY0" fmla="*/ 5347 h 1780673"/>
                <a:gd name="connsiteX1" fmla="*/ 0 w 4588042"/>
                <a:gd name="connsiteY1" fmla="*/ 5347 h 1780673"/>
                <a:gd name="connsiteX2" fmla="*/ 0 w 4588042"/>
                <a:gd name="connsiteY2" fmla="*/ 1780673 h 1780673"/>
                <a:gd name="connsiteX3" fmla="*/ 3914273 w 4588042"/>
                <a:gd name="connsiteY3" fmla="*/ 1780673 h 1780673"/>
                <a:gd name="connsiteX4" fmla="*/ 3914273 w 4588042"/>
                <a:gd name="connsiteY4" fmla="*/ 909052 h 1780673"/>
                <a:gd name="connsiteX5" fmla="*/ 4588042 w 4588042"/>
                <a:gd name="connsiteY5" fmla="*/ 909052 h 1780673"/>
                <a:gd name="connsiteX6" fmla="*/ 4588042 w 4588042"/>
                <a:gd name="connsiteY6" fmla="*/ 0 h 1780673"/>
                <a:gd name="connsiteX7" fmla="*/ 3764547 w 4588042"/>
                <a:gd name="connsiteY7" fmla="*/ 0 h 1780673"/>
                <a:gd name="connsiteX8" fmla="*/ 3764547 w 4588042"/>
                <a:gd name="connsiteY8" fmla="*/ 903705 h 1780673"/>
                <a:gd name="connsiteX9" fmla="*/ 2994526 w 4588042"/>
                <a:gd name="connsiteY9" fmla="*/ 903705 h 1780673"/>
                <a:gd name="connsiteX10" fmla="*/ 2994526 w 4588042"/>
                <a:gd name="connsiteY10" fmla="*/ 0 h 1780673"/>
                <a:gd name="connsiteX11" fmla="*/ 689810 w 4588042"/>
                <a:gd name="connsiteY11" fmla="*/ 5347 h 1780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588042" h="1780673">
                  <a:moveTo>
                    <a:pt x="689810" y="5347"/>
                  </a:moveTo>
                  <a:lnTo>
                    <a:pt x="0" y="5347"/>
                  </a:lnTo>
                  <a:lnTo>
                    <a:pt x="0" y="1780673"/>
                  </a:lnTo>
                  <a:lnTo>
                    <a:pt x="3914273" y="1780673"/>
                  </a:lnTo>
                  <a:lnTo>
                    <a:pt x="3914273" y="909052"/>
                  </a:lnTo>
                  <a:lnTo>
                    <a:pt x="4588042" y="909052"/>
                  </a:lnTo>
                  <a:lnTo>
                    <a:pt x="4588042" y="0"/>
                  </a:lnTo>
                  <a:lnTo>
                    <a:pt x="3764547" y="0"/>
                  </a:lnTo>
                  <a:lnTo>
                    <a:pt x="3764547" y="903705"/>
                  </a:lnTo>
                  <a:lnTo>
                    <a:pt x="2994526" y="903705"/>
                  </a:lnTo>
                  <a:lnTo>
                    <a:pt x="2994526" y="0"/>
                  </a:lnTo>
                  <a:lnTo>
                    <a:pt x="689810" y="5347"/>
                  </a:lnTo>
                  <a:close/>
                </a:path>
              </a:pathLst>
            </a:custGeom>
            <a:solidFill>
              <a:srgbClr val="ED9121">
                <a:alpha val="8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</a:rPr>
                <a:t>			CE (4F, 26S)</a:t>
              </a:r>
              <a:endParaRPr lang="en-IN" sz="2000" dirty="0">
                <a:solidFill>
                  <a:schemeClr val="tx1"/>
                </a:solidFill>
              </a:endParaRPr>
            </a:p>
          </p:txBody>
        </p:sp>
        <p:sp>
          <p:nvSpPr>
            <p:cNvPr id="55" name="Freeform: Shape 54"/>
            <p:cNvSpPr/>
            <p:nvPr/>
          </p:nvSpPr>
          <p:spPr>
            <a:xfrm>
              <a:off x="3423567" y="5238854"/>
              <a:ext cx="3753853" cy="1730462"/>
            </a:xfrm>
            <a:custGeom>
              <a:avLst/>
              <a:gdLst>
                <a:gd name="connsiteX0" fmla="*/ 1032042 w 3753853"/>
                <a:gd name="connsiteY0" fmla="*/ 10695 h 1743242"/>
                <a:gd name="connsiteX1" fmla="*/ 3753853 w 3753853"/>
                <a:gd name="connsiteY1" fmla="*/ 10695 h 1743242"/>
                <a:gd name="connsiteX2" fmla="*/ 3753853 w 3753853"/>
                <a:gd name="connsiteY2" fmla="*/ 1743242 h 1743242"/>
                <a:gd name="connsiteX3" fmla="*/ 796758 w 3753853"/>
                <a:gd name="connsiteY3" fmla="*/ 1743242 h 1743242"/>
                <a:gd name="connsiteX4" fmla="*/ 796758 w 3753853"/>
                <a:gd name="connsiteY4" fmla="*/ 909053 h 1743242"/>
                <a:gd name="connsiteX5" fmla="*/ 0 w 3753853"/>
                <a:gd name="connsiteY5" fmla="*/ 909053 h 1743242"/>
                <a:gd name="connsiteX6" fmla="*/ 0 w 3753853"/>
                <a:gd name="connsiteY6" fmla="*/ 0 h 1743242"/>
                <a:gd name="connsiteX7" fmla="*/ 1032042 w 3753853"/>
                <a:gd name="connsiteY7" fmla="*/ 10695 h 1743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53853" h="1743242">
                  <a:moveTo>
                    <a:pt x="1032042" y="10695"/>
                  </a:moveTo>
                  <a:lnTo>
                    <a:pt x="3753853" y="10695"/>
                  </a:lnTo>
                  <a:lnTo>
                    <a:pt x="3753853" y="1743242"/>
                  </a:lnTo>
                  <a:lnTo>
                    <a:pt x="796758" y="1743242"/>
                  </a:lnTo>
                  <a:lnTo>
                    <a:pt x="796758" y="909053"/>
                  </a:lnTo>
                  <a:lnTo>
                    <a:pt x="0" y="909053"/>
                  </a:lnTo>
                  <a:lnTo>
                    <a:pt x="0" y="0"/>
                  </a:lnTo>
                  <a:lnTo>
                    <a:pt x="1032042" y="10695"/>
                  </a:lnTo>
                  <a:close/>
                </a:path>
              </a:pathLst>
            </a:custGeom>
            <a:solidFill>
              <a:srgbClr val="0000FF">
                <a:alpha val="9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BSE (F5, 26S)</a:t>
              </a:r>
              <a:endParaRPr lang="en-IN" sz="2000" dirty="0">
                <a:solidFill>
                  <a:schemeClr val="tx1"/>
                </a:solidFill>
              </a:endParaRPr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340806" y="3035583"/>
              <a:ext cx="997372" cy="762595"/>
            </a:xfrm>
            <a:prstGeom prst="rect">
              <a:avLst/>
            </a:prstGeom>
            <a:solidFill>
              <a:srgbClr val="FFFF00">
                <a:alpha val="9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CL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3414229" y="8573952"/>
              <a:ext cx="2277861" cy="853995"/>
            </a:xfrm>
            <a:prstGeom prst="rect">
              <a:avLst/>
            </a:prstGeom>
            <a:solidFill>
              <a:srgbClr val="800000">
                <a:alpha val="9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IN">
                  <a:solidFill>
                    <a:schemeClr val="tx1"/>
                  </a:solidFill>
                </a:rPr>
                <a:t>Math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491995" y="8568749"/>
              <a:ext cx="675593" cy="847119"/>
            </a:xfrm>
            <a:prstGeom prst="rect">
              <a:avLst/>
            </a:prstGeom>
            <a:solidFill>
              <a:schemeClr val="bg1">
                <a:lumMod val="75000"/>
                <a:alpha val="7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Cog Sci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  <p:sp>
          <p:nvSpPr>
            <p:cNvPr id="141" name="Freeform: Shape 140"/>
            <p:cNvSpPr/>
            <p:nvPr/>
          </p:nvSpPr>
          <p:spPr>
            <a:xfrm>
              <a:off x="5705642" y="7791116"/>
              <a:ext cx="3652253" cy="1636832"/>
            </a:xfrm>
            <a:custGeom>
              <a:avLst/>
              <a:gdLst>
                <a:gd name="connsiteX0" fmla="*/ 775369 w 3652253"/>
                <a:gd name="connsiteY0" fmla="*/ 1652337 h 1652337"/>
                <a:gd name="connsiteX1" fmla="*/ 165769 w 3652253"/>
                <a:gd name="connsiteY1" fmla="*/ 1652337 h 1652337"/>
                <a:gd name="connsiteX2" fmla="*/ 165769 w 3652253"/>
                <a:gd name="connsiteY2" fmla="*/ 1278021 h 1652337"/>
                <a:gd name="connsiteX3" fmla="*/ 0 w 3652253"/>
                <a:gd name="connsiteY3" fmla="*/ 1278021 h 1652337"/>
                <a:gd name="connsiteX4" fmla="*/ 0 w 3652253"/>
                <a:gd name="connsiteY4" fmla="*/ 791410 h 1652337"/>
                <a:gd name="connsiteX5" fmla="*/ 160421 w 3652253"/>
                <a:gd name="connsiteY5" fmla="*/ 791410 h 1652337"/>
                <a:gd name="connsiteX6" fmla="*/ 160421 w 3652253"/>
                <a:gd name="connsiteY6" fmla="*/ 0 h 1652337"/>
                <a:gd name="connsiteX7" fmla="*/ 3652253 w 3652253"/>
                <a:gd name="connsiteY7" fmla="*/ 0 h 1652337"/>
                <a:gd name="connsiteX8" fmla="*/ 3652253 w 3652253"/>
                <a:gd name="connsiteY8" fmla="*/ 764673 h 1652337"/>
                <a:gd name="connsiteX9" fmla="*/ 1459832 w 3652253"/>
                <a:gd name="connsiteY9" fmla="*/ 764673 h 1652337"/>
                <a:gd name="connsiteX10" fmla="*/ 1422400 w 3652253"/>
                <a:gd name="connsiteY10" fmla="*/ 764673 h 1652337"/>
                <a:gd name="connsiteX11" fmla="*/ 786063 w 3652253"/>
                <a:gd name="connsiteY11" fmla="*/ 764673 h 1652337"/>
                <a:gd name="connsiteX12" fmla="*/ 775369 w 3652253"/>
                <a:gd name="connsiteY12" fmla="*/ 1652337 h 1652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52253" h="1652337">
                  <a:moveTo>
                    <a:pt x="775369" y="1652337"/>
                  </a:moveTo>
                  <a:lnTo>
                    <a:pt x="165769" y="1652337"/>
                  </a:lnTo>
                  <a:lnTo>
                    <a:pt x="165769" y="1278021"/>
                  </a:lnTo>
                  <a:lnTo>
                    <a:pt x="0" y="1278021"/>
                  </a:lnTo>
                  <a:lnTo>
                    <a:pt x="0" y="791410"/>
                  </a:lnTo>
                  <a:lnTo>
                    <a:pt x="160421" y="791410"/>
                  </a:lnTo>
                  <a:lnTo>
                    <a:pt x="160421" y="0"/>
                  </a:lnTo>
                  <a:lnTo>
                    <a:pt x="3652253" y="0"/>
                  </a:lnTo>
                  <a:lnTo>
                    <a:pt x="3652253" y="764673"/>
                  </a:lnTo>
                  <a:lnTo>
                    <a:pt x="1459832" y="764673"/>
                  </a:lnTo>
                  <a:lnTo>
                    <a:pt x="1422400" y="764673"/>
                  </a:lnTo>
                  <a:lnTo>
                    <a:pt x="786063" y="764673"/>
                  </a:lnTo>
                  <a:lnTo>
                    <a:pt x="775369" y="1652337"/>
                  </a:lnTo>
                  <a:close/>
                </a:path>
              </a:pathLst>
            </a:custGeom>
            <a:solidFill>
              <a:srgbClr val="EBF5F0">
                <a:alpha val="9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HSS</a:t>
              </a:r>
              <a:endParaRPr lang="en-IN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575">
            <a:hlinkClick r:id="rId2"/>
          </p:cNvPr>
          <p:cNvSpPr/>
          <p:nvPr/>
        </p:nvSpPr>
        <p:spPr>
          <a:xfrm>
            <a:off x="2390872" y="5646189"/>
            <a:ext cx="1005478" cy="546189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UPS</a:t>
            </a:r>
            <a:endParaRPr sz="2000"/>
          </a:p>
        </p:txBody>
      </p:sp>
      <p:sp>
        <p:nvSpPr>
          <p:cNvPr id="33" name="Shape 576"/>
          <p:cNvSpPr txBox="1"/>
          <p:nvPr/>
        </p:nvSpPr>
        <p:spPr>
          <a:xfrm>
            <a:off x="2336121" y="5583946"/>
            <a:ext cx="810869" cy="406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6-401</a:t>
            </a:r>
            <a:endParaRPr sz="1400" dirty="0"/>
          </a:p>
        </p:txBody>
      </p:sp>
      <p:sp>
        <p:nvSpPr>
          <p:cNvPr id="34" name="Shape 577">
            <a:hlinkClick r:id="rId3"/>
          </p:cNvPr>
          <p:cNvSpPr/>
          <p:nvPr/>
        </p:nvSpPr>
        <p:spPr>
          <a:xfrm>
            <a:off x="661017" y="4299771"/>
            <a:ext cx="1729856" cy="1892606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60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25.6</a:t>
            </a:r>
            <a:endParaRPr sz="16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35" name="Shape 578"/>
          <p:cNvSpPr txBox="1"/>
          <p:nvPr/>
        </p:nvSpPr>
        <p:spPr>
          <a:xfrm>
            <a:off x="697484" y="4299771"/>
            <a:ext cx="810869" cy="406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6-402</a:t>
            </a:r>
            <a:endParaRPr sz="2000" dirty="0"/>
          </a:p>
        </p:txBody>
      </p:sp>
      <p:sp>
        <p:nvSpPr>
          <p:cNvPr id="36" name="Shape 579">
            <a:hlinkClick r:id="rId4"/>
          </p:cNvPr>
          <p:cNvSpPr/>
          <p:nvPr/>
        </p:nvSpPr>
        <p:spPr>
          <a:xfrm>
            <a:off x="661017" y="2525438"/>
            <a:ext cx="1459566" cy="1765585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60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Sameer Patel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19</a:t>
            </a:r>
            <a:endParaRPr lang="en-US" sz="1600" i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Shape 580"/>
          <p:cNvSpPr txBox="1"/>
          <p:nvPr/>
        </p:nvSpPr>
        <p:spPr>
          <a:xfrm>
            <a:off x="650205" y="2512736"/>
            <a:ext cx="810869" cy="406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6-403</a:t>
            </a:r>
            <a:endParaRPr sz="2000"/>
          </a:p>
        </p:txBody>
      </p:sp>
      <p:sp>
        <p:nvSpPr>
          <p:cNvPr id="38" name="Shape 581">
            <a:hlinkClick r:id="rId5"/>
          </p:cNvPr>
          <p:cNvSpPr/>
          <p:nvPr/>
        </p:nvSpPr>
        <p:spPr>
          <a:xfrm>
            <a:off x="2120584" y="2525438"/>
            <a:ext cx="824629" cy="1286685"/>
          </a:xfrm>
          <a:prstGeom prst="rect">
            <a:avLst/>
          </a:prstGeom>
          <a:solidFill>
            <a:srgbClr val="DDD9C4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4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dirty="0"/>
          </a:p>
        </p:txBody>
      </p:sp>
      <p:sp>
        <p:nvSpPr>
          <p:cNvPr id="39" name="Shape 582"/>
          <p:cNvSpPr txBox="1"/>
          <p:nvPr/>
        </p:nvSpPr>
        <p:spPr>
          <a:xfrm>
            <a:off x="2017381" y="2525438"/>
            <a:ext cx="810869" cy="406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6-404</a:t>
            </a:r>
            <a:endParaRPr sz="2000"/>
          </a:p>
        </p:txBody>
      </p:sp>
      <p:sp>
        <p:nvSpPr>
          <p:cNvPr id="40" name="Shape 583">
            <a:hlinkClick r:id="rId6"/>
          </p:cNvPr>
          <p:cNvSpPr/>
          <p:nvPr/>
        </p:nvSpPr>
        <p:spPr>
          <a:xfrm>
            <a:off x="2945214" y="2525438"/>
            <a:ext cx="1248389" cy="1765585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60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Gaurav 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60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20.4</a:t>
            </a:r>
            <a:endParaRPr sz="16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41" name="Shape 584"/>
          <p:cNvSpPr txBox="1"/>
          <p:nvPr/>
        </p:nvSpPr>
        <p:spPr>
          <a:xfrm>
            <a:off x="2945213" y="2512736"/>
            <a:ext cx="810869" cy="406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6-405</a:t>
            </a:r>
            <a:endParaRPr sz="2000"/>
          </a:p>
        </p:txBody>
      </p:sp>
      <p:sp>
        <p:nvSpPr>
          <p:cNvPr id="42" name="Shape 585">
            <a:hlinkClick r:id="rId7"/>
          </p:cNvPr>
          <p:cNvSpPr/>
          <p:nvPr/>
        </p:nvSpPr>
        <p:spPr>
          <a:xfrm>
            <a:off x="4187507" y="2525438"/>
            <a:ext cx="1289387" cy="1765585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60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Amit Prashant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1600" dirty="0">
                <a:solidFill>
                  <a:srgbClr val="000000"/>
                </a:solidFill>
                <a:latin typeface="Calibri"/>
                <a:cs typeface="Calibri"/>
              </a:rPr>
              <a:t>23.4</a:t>
            </a:r>
          </a:p>
        </p:txBody>
      </p:sp>
      <p:sp>
        <p:nvSpPr>
          <p:cNvPr id="43" name="Shape 586"/>
          <p:cNvSpPr txBox="1"/>
          <p:nvPr/>
        </p:nvSpPr>
        <p:spPr>
          <a:xfrm>
            <a:off x="4132802" y="2512736"/>
            <a:ext cx="810869" cy="406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6-406</a:t>
            </a:r>
            <a:endParaRPr sz="2000" dirty="0"/>
          </a:p>
        </p:txBody>
      </p:sp>
      <p:sp>
        <p:nvSpPr>
          <p:cNvPr id="44" name="Shape 587">
            <a:hlinkClick r:id="rId8"/>
          </p:cNvPr>
          <p:cNvSpPr/>
          <p:nvPr/>
        </p:nvSpPr>
        <p:spPr>
          <a:xfrm>
            <a:off x="4340867" y="4293215"/>
            <a:ext cx="6551828" cy="2006924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PHD Seating</a:t>
            </a:r>
            <a:endParaRPr sz="2000" dirty="0"/>
          </a:p>
        </p:txBody>
      </p:sp>
      <p:sp>
        <p:nvSpPr>
          <p:cNvPr id="45" name="Shape 588"/>
          <p:cNvSpPr txBox="1"/>
          <p:nvPr/>
        </p:nvSpPr>
        <p:spPr>
          <a:xfrm>
            <a:off x="4319801" y="4299771"/>
            <a:ext cx="789247" cy="406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6-407</a:t>
            </a:r>
            <a:endParaRPr sz="2000" dirty="0"/>
          </a:p>
        </p:txBody>
      </p:sp>
      <p:sp>
        <p:nvSpPr>
          <p:cNvPr id="46" name="Shape 589">
            <a:hlinkClick r:id="rId9"/>
          </p:cNvPr>
          <p:cNvSpPr/>
          <p:nvPr/>
        </p:nvSpPr>
        <p:spPr>
          <a:xfrm>
            <a:off x="5419207" y="2525438"/>
            <a:ext cx="1397471" cy="1765585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2000" dirty="0"/>
              <a:t>23.4</a:t>
            </a:r>
            <a:endParaRPr sz="2000" dirty="0"/>
          </a:p>
        </p:txBody>
      </p:sp>
      <p:sp>
        <p:nvSpPr>
          <p:cNvPr id="47" name="Shape 590"/>
          <p:cNvSpPr txBox="1"/>
          <p:nvPr/>
        </p:nvSpPr>
        <p:spPr>
          <a:xfrm>
            <a:off x="5419207" y="2544490"/>
            <a:ext cx="925866" cy="406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6-407A</a:t>
            </a:r>
            <a:endParaRPr sz="2000" dirty="0"/>
          </a:p>
        </p:txBody>
      </p:sp>
      <p:sp>
        <p:nvSpPr>
          <p:cNvPr id="48" name="Shape 591">
            <a:hlinkClick r:id="rId10"/>
          </p:cNvPr>
          <p:cNvSpPr/>
          <p:nvPr/>
        </p:nvSpPr>
        <p:spPr>
          <a:xfrm>
            <a:off x="6809971" y="2525438"/>
            <a:ext cx="1335561" cy="1765585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2000" dirty="0"/>
              <a:t>23.4</a:t>
            </a:r>
          </a:p>
        </p:txBody>
      </p:sp>
      <p:sp>
        <p:nvSpPr>
          <p:cNvPr id="49" name="Shape 592"/>
          <p:cNvSpPr txBox="1"/>
          <p:nvPr/>
        </p:nvSpPr>
        <p:spPr>
          <a:xfrm>
            <a:off x="6828636" y="2523246"/>
            <a:ext cx="797977" cy="31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6-407B</a:t>
            </a:r>
            <a:endParaRPr dirty="0"/>
          </a:p>
        </p:txBody>
      </p:sp>
      <p:sp>
        <p:nvSpPr>
          <p:cNvPr id="50" name="Shape 593">
            <a:hlinkClick r:id="rId11"/>
          </p:cNvPr>
          <p:cNvSpPr/>
          <p:nvPr/>
        </p:nvSpPr>
        <p:spPr>
          <a:xfrm>
            <a:off x="8157490" y="2525438"/>
            <a:ext cx="1353396" cy="1765585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2000"/>
              <a:t>23.4</a:t>
            </a:r>
            <a:endParaRPr lang="en-US" sz="2000" dirty="0"/>
          </a:p>
        </p:txBody>
      </p:sp>
      <p:sp>
        <p:nvSpPr>
          <p:cNvPr id="51" name="Shape 594"/>
          <p:cNvSpPr txBox="1"/>
          <p:nvPr/>
        </p:nvSpPr>
        <p:spPr>
          <a:xfrm>
            <a:off x="8175309" y="2544490"/>
            <a:ext cx="804700" cy="29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6-407C</a:t>
            </a:r>
            <a:endParaRPr dirty="0"/>
          </a:p>
        </p:txBody>
      </p:sp>
      <p:sp>
        <p:nvSpPr>
          <p:cNvPr id="52" name="Shape 595">
            <a:hlinkClick r:id="rId12"/>
          </p:cNvPr>
          <p:cNvSpPr/>
          <p:nvPr/>
        </p:nvSpPr>
        <p:spPr>
          <a:xfrm>
            <a:off x="9515819" y="2525438"/>
            <a:ext cx="1358837" cy="1765585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en-US" sz="2000"/>
              <a:t>23.4</a:t>
            </a:r>
            <a:endParaRPr lang="en-US" sz="2000" dirty="0"/>
          </a:p>
        </p:txBody>
      </p:sp>
      <p:sp>
        <p:nvSpPr>
          <p:cNvPr id="53" name="Shape 596"/>
          <p:cNvSpPr txBox="1"/>
          <p:nvPr/>
        </p:nvSpPr>
        <p:spPr>
          <a:xfrm>
            <a:off x="9557811" y="2544490"/>
            <a:ext cx="895743" cy="289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6-407D</a:t>
            </a:r>
            <a:endParaRPr dirty="0"/>
          </a:p>
        </p:txBody>
      </p:sp>
      <p:sp>
        <p:nvSpPr>
          <p:cNvPr id="54" name="Shape 597">
            <a:hlinkClick r:id="rId13"/>
          </p:cNvPr>
          <p:cNvSpPr/>
          <p:nvPr/>
        </p:nvSpPr>
        <p:spPr>
          <a:xfrm>
            <a:off x="10883596" y="4282682"/>
            <a:ext cx="691942" cy="1003463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2000" dirty="0"/>
              <a:t>6.6</a:t>
            </a:r>
            <a:endParaRPr sz="2000" dirty="0"/>
          </a:p>
        </p:txBody>
      </p:sp>
      <p:sp>
        <p:nvSpPr>
          <p:cNvPr id="55" name="Shape 598"/>
          <p:cNvSpPr txBox="1"/>
          <p:nvPr/>
        </p:nvSpPr>
        <p:spPr>
          <a:xfrm>
            <a:off x="10820911" y="4278321"/>
            <a:ext cx="810869" cy="406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6-408</a:t>
            </a:r>
            <a:endParaRPr sz="2000" dirty="0"/>
          </a:p>
        </p:txBody>
      </p:sp>
      <p:sp>
        <p:nvSpPr>
          <p:cNvPr id="56" name="Shape 599">
            <a:hlinkClick r:id="rId14"/>
          </p:cNvPr>
          <p:cNvSpPr/>
          <p:nvPr/>
        </p:nvSpPr>
        <p:spPr>
          <a:xfrm>
            <a:off x="10874450" y="2527630"/>
            <a:ext cx="1200087" cy="1763393"/>
          </a:xfrm>
          <a:prstGeom prst="rect">
            <a:avLst/>
          </a:prstGeom>
          <a:solidFill>
            <a:srgbClr val="FFFFC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2000" dirty="0"/>
          </a:p>
        </p:txBody>
      </p:sp>
      <p:sp>
        <p:nvSpPr>
          <p:cNvPr id="57" name="Shape 600"/>
          <p:cNvSpPr txBox="1"/>
          <p:nvPr/>
        </p:nvSpPr>
        <p:spPr>
          <a:xfrm>
            <a:off x="10936523" y="2544490"/>
            <a:ext cx="703585" cy="304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457200" indent="0">
              <a:defRPr sz="1100">
                <a:latin typeface="+mn-lt"/>
              </a:defRPr>
            </a:lvl2pPr>
            <a:lvl3pPr marL="914400" indent="0">
              <a:defRPr sz="1100">
                <a:latin typeface="+mn-lt"/>
              </a:defRPr>
            </a:lvl3pPr>
            <a:lvl4pPr marL="1371600" indent="0">
              <a:defRPr sz="1100">
                <a:latin typeface="+mn-lt"/>
              </a:defRPr>
            </a:lvl4pPr>
            <a:lvl5pPr marL="1828800" indent="0">
              <a:defRPr sz="1100">
                <a:latin typeface="+mn-lt"/>
              </a:defRPr>
            </a:lvl5pPr>
            <a:lvl6pPr marL="2286000" indent="0">
              <a:defRPr sz="1100">
                <a:latin typeface="+mn-lt"/>
              </a:defRPr>
            </a:lvl6pPr>
            <a:lvl7pPr marL="2743200" indent="0">
              <a:defRPr sz="1100">
                <a:latin typeface="+mn-lt"/>
              </a:defRPr>
            </a:lvl7pPr>
            <a:lvl8pPr marL="3200400" indent="0">
              <a:defRPr sz="1100">
                <a:latin typeface="+mn-lt"/>
              </a:defRPr>
            </a:lvl8pPr>
            <a:lvl9pPr marL="3657600" indent="0">
              <a:defRPr sz="1100">
                <a:latin typeface="+mn-lt"/>
              </a:defRPr>
            </a:lvl9pPr>
          </a:lstStyle>
          <a:p>
            <a:r>
              <a:rPr lang="en-US" dirty="0">
                <a:sym typeface="Calibri"/>
              </a:rPr>
              <a:t>6-409</a:t>
            </a:r>
            <a:endParaRPr dirty="0"/>
          </a:p>
        </p:txBody>
      </p:sp>
      <p:sp>
        <p:nvSpPr>
          <p:cNvPr id="4" name="Freeform 3"/>
          <p:cNvSpPr/>
          <p:nvPr/>
        </p:nvSpPr>
        <p:spPr>
          <a:xfrm>
            <a:off x="4325699" y="2527630"/>
            <a:ext cx="7778417" cy="3785542"/>
          </a:xfrm>
          <a:custGeom>
            <a:avLst/>
            <a:gdLst>
              <a:gd name="connsiteX0" fmla="*/ 22303 w 8051181"/>
              <a:gd name="connsiteY0" fmla="*/ 3880624 h 3880624"/>
              <a:gd name="connsiteX1" fmla="*/ 6802244 w 8051181"/>
              <a:gd name="connsiteY1" fmla="*/ 3880624 h 3880624"/>
              <a:gd name="connsiteX2" fmla="*/ 6802244 w 8051181"/>
              <a:gd name="connsiteY2" fmla="*/ 1828800 h 3880624"/>
              <a:gd name="connsiteX3" fmla="*/ 8051181 w 8051181"/>
              <a:gd name="connsiteY3" fmla="*/ 1828800 h 3880624"/>
              <a:gd name="connsiteX4" fmla="*/ 8051181 w 8051181"/>
              <a:gd name="connsiteY4" fmla="*/ 0 h 3880624"/>
              <a:gd name="connsiteX5" fmla="*/ 1115122 w 8051181"/>
              <a:gd name="connsiteY5" fmla="*/ 0 h 3880624"/>
              <a:gd name="connsiteX6" fmla="*/ 1115122 w 8051181"/>
              <a:gd name="connsiteY6" fmla="*/ 1806498 h 3880624"/>
              <a:gd name="connsiteX7" fmla="*/ 0 w 8051181"/>
              <a:gd name="connsiteY7" fmla="*/ 1806498 h 3880624"/>
              <a:gd name="connsiteX8" fmla="*/ 22303 w 8051181"/>
              <a:gd name="connsiteY8" fmla="*/ 3880624 h 3880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51181" h="3880624">
                <a:moveTo>
                  <a:pt x="22303" y="3880624"/>
                </a:moveTo>
                <a:lnTo>
                  <a:pt x="6802244" y="3880624"/>
                </a:lnTo>
                <a:lnTo>
                  <a:pt x="6802244" y="1828800"/>
                </a:lnTo>
                <a:lnTo>
                  <a:pt x="8051181" y="1828800"/>
                </a:lnTo>
                <a:lnTo>
                  <a:pt x="8051181" y="0"/>
                </a:lnTo>
                <a:lnTo>
                  <a:pt x="1115122" y="0"/>
                </a:lnTo>
                <a:lnTo>
                  <a:pt x="1115122" y="1806498"/>
                </a:lnTo>
                <a:lnTo>
                  <a:pt x="0" y="1806498"/>
                </a:lnTo>
                <a:lnTo>
                  <a:pt x="22303" y="3880624"/>
                </a:lnTo>
                <a:close/>
              </a:path>
            </a:pathLst>
          </a:custGeom>
          <a:solidFill>
            <a:srgbClr val="0000FF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chemeClr val="tx1"/>
              </a:solidFill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BSE(F5+40S)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4451" y="655645"/>
            <a:ext cx="1643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US" sz="3600" dirty="0"/>
              <a:t>AB6- TF</a:t>
            </a:r>
            <a:endParaRPr lang="en-IN" sz="3600" dirty="0"/>
          </a:p>
        </p:txBody>
      </p:sp>
      <p:sp>
        <p:nvSpPr>
          <p:cNvPr id="3" name="Freeform: Shape 2"/>
          <p:cNvSpPr/>
          <p:nvPr/>
        </p:nvSpPr>
        <p:spPr>
          <a:xfrm>
            <a:off x="631699" y="2503245"/>
            <a:ext cx="4803228" cy="3689131"/>
          </a:xfrm>
          <a:custGeom>
            <a:avLst/>
            <a:gdLst>
              <a:gd name="connsiteX0" fmla="*/ 0 w 4803228"/>
              <a:gd name="connsiteY0" fmla="*/ 0 h 3689131"/>
              <a:gd name="connsiteX1" fmla="*/ 4803228 w 4803228"/>
              <a:gd name="connsiteY1" fmla="*/ 0 h 3689131"/>
              <a:gd name="connsiteX2" fmla="*/ 4803228 w 4803228"/>
              <a:gd name="connsiteY2" fmla="*/ 1797269 h 3689131"/>
              <a:gd name="connsiteX3" fmla="*/ 1765738 w 4803228"/>
              <a:gd name="connsiteY3" fmla="*/ 1797269 h 3689131"/>
              <a:gd name="connsiteX4" fmla="*/ 1765738 w 4803228"/>
              <a:gd name="connsiteY4" fmla="*/ 3689131 h 3689131"/>
              <a:gd name="connsiteX5" fmla="*/ 31531 w 4803228"/>
              <a:gd name="connsiteY5" fmla="*/ 3689131 h 3689131"/>
              <a:gd name="connsiteX6" fmla="*/ 0 w 4803228"/>
              <a:gd name="connsiteY6" fmla="*/ 0 h 368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03228" h="3689131">
                <a:moveTo>
                  <a:pt x="0" y="0"/>
                </a:moveTo>
                <a:lnTo>
                  <a:pt x="4803228" y="0"/>
                </a:lnTo>
                <a:lnTo>
                  <a:pt x="4803228" y="1797269"/>
                </a:lnTo>
                <a:lnTo>
                  <a:pt x="1765738" y="1797269"/>
                </a:lnTo>
                <a:lnTo>
                  <a:pt x="1765738" y="3689131"/>
                </a:lnTo>
                <a:lnTo>
                  <a:pt x="31531" y="3689131"/>
                </a:lnTo>
                <a:lnTo>
                  <a:pt x="0" y="0"/>
                </a:lnTo>
                <a:close/>
              </a:path>
            </a:pathLst>
          </a:custGeom>
          <a:solidFill>
            <a:srgbClr val="ED9121">
              <a:alpha val="7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3600" dirty="0">
              <a:solidFill>
                <a:schemeClr val="tx1"/>
              </a:solidFill>
            </a:endParaRPr>
          </a:p>
          <a:p>
            <a:pPr algn="ctr"/>
            <a:endParaRPr lang="en-US" sz="3600" dirty="0">
              <a:solidFill>
                <a:schemeClr val="tx1"/>
              </a:solidFill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CE (5F)</a:t>
            </a:r>
            <a:endParaRPr lang="en-IN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814560" y="8891378"/>
            <a:ext cx="2987040" cy="511175"/>
          </a:xfrm>
          <a:prstGeom prst="rect">
            <a:avLst/>
          </a:prstGeom>
        </p:spPr>
        <p:txBody>
          <a:bodyPr/>
          <a:lstStyle/>
          <a:p>
            <a:fld id="{E1FAAC2C-E9A6-476D-907D-74B1DF7E008B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627745" y="0"/>
            <a:ext cx="402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GROUND FLOOR PLAN – BLOCK 10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835400" y="361950"/>
            <a:ext cx="8470899" cy="8613226"/>
            <a:chOff x="4321733" y="597322"/>
            <a:chExt cx="7687051" cy="7816208"/>
          </a:xfrm>
        </p:grpSpPr>
        <p:pic>
          <p:nvPicPr>
            <p:cNvPr id="13" name="Picture 2"/>
            <p:cNvPicPr>
              <a:picLocks noChangeAspect="1" noChangeArrowheads="1"/>
            </p:cNvPicPr>
            <p:nvPr/>
          </p:nvPicPr>
          <p:blipFill rotWithShape="1">
            <a:blip r:embed="rId2"/>
            <a:srcRect l="8171" t="4528" r="28837" b="13927"/>
            <a:stretch>
              <a:fillRect/>
            </a:stretch>
          </p:blipFill>
          <p:spPr bwMode="auto">
            <a:xfrm>
              <a:off x="4321733" y="597322"/>
              <a:ext cx="7687051" cy="7816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4" name="Rectangle 13"/>
            <p:cNvSpPr/>
            <p:nvPr/>
          </p:nvSpPr>
          <p:spPr>
            <a:xfrm>
              <a:off x="8244232" y="1305159"/>
              <a:ext cx="1665514" cy="1306285"/>
            </a:xfrm>
            <a:prstGeom prst="rect">
              <a:avLst/>
            </a:prstGeom>
            <a:solidFill>
              <a:schemeClr val="bg1">
                <a:alpha val="5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Computer Lab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(70)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094802" y="2698530"/>
              <a:ext cx="1251857" cy="1698171"/>
            </a:xfrm>
            <a:prstGeom prst="rect">
              <a:avLst/>
            </a:prstGeom>
            <a:solidFill>
              <a:schemeClr val="bg1">
                <a:alpha val="5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Computer Lab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(70)</a:t>
              </a:r>
            </a:p>
          </p:txBody>
        </p:sp>
        <p:sp>
          <p:nvSpPr>
            <p:cNvPr id="18" name="Freeform 11"/>
            <p:cNvSpPr/>
            <p:nvPr/>
          </p:nvSpPr>
          <p:spPr>
            <a:xfrm>
              <a:off x="4911389" y="3282730"/>
              <a:ext cx="1955800" cy="3479800"/>
            </a:xfrm>
            <a:custGeom>
              <a:avLst/>
              <a:gdLst>
                <a:gd name="connsiteX0" fmla="*/ 1955800 w 1955800"/>
                <a:gd name="connsiteY0" fmla="*/ 2540000 h 3479800"/>
                <a:gd name="connsiteX1" fmla="*/ 1955800 w 1955800"/>
                <a:gd name="connsiteY1" fmla="*/ 952500 h 3479800"/>
                <a:gd name="connsiteX2" fmla="*/ 1130300 w 1955800"/>
                <a:gd name="connsiteY2" fmla="*/ 12700 h 3479800"/>
                <a:gd name="connsiteX3" fmla="*/ 330200 w 1955800"/>
                <a:gd name="connsiteY3" fmla="*/ 0 h 3479800"/>
                <a:gd name="connsiteX4" fmla="*/ 330200 w 1955800"/>
                <a:gd name="connsiteY4" fmla="*/ 266700 h 3479800"/>
                <a:gd name="connsiteX5" fmla="*/ 12700 w 1955800"/>
                <a:gd name="connsiteY5" fmla="*/ 1016000 h 3479800"/>
                <a:gd name="connsiteX6" fmla="*/ 0 w 1955800"/>
                <a:gd name="connsiteY6" fmla="*/ 2501900 h 3479800"/>
                <a:gd name="connsiteX7" fmla="*/ 12700 w 1955800"/>
                <a:gd name="connsiteY7" fmla="*/ 2603500 h 3479800"/>
                <a:gd name="connsiteX8" fmla="*/ 38100 w 1955800"/>
                <a:gd name="connsiteY8" fmla="*/ 2679700 h 3479800"/>
                <a:gd name="connsiteX9" fmla="*/ 330200 w 1955800"/>
                <a:gd name="connsiteY9" fmla="*/ 3251200 h 3479800"/>
                <a:gd name="connsiteX10" fmla="*/ 342900 w 1955800"/>
                <a:gd name="connsiteY10" fmla="*/ 3479800 h 3479800"/>
                <a:gd name="connsiteX11" fmla="*/ 1117600 w 1955800"/>
                <a:gd name="connsiteY11" fmla="*/ 3467100 h 3479800"/>
                <a:gd name="connsiteX12" fmla="*/ 1955800 w 1955800"/>
                <a:gd name="connsiteY12" fmla="*/ 2540000 h 347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55800" h="3479800">
                  <a:moveTo>
                    <a:pt x="1955800" y="2540000"/>
                  </a:moveTo>
                  <a:lnTo>
                    <a:pt x="1955800" y="952500"/>
                  </a:lnTo>
                  <a:lnTo>
                    <a:pt x="1130300" y="12700"/>
                  </a:lnTo>
                  <a:lnTo>
                    <a:pt x="330200" y="0"/>
                  </a:lnTo>
                  <a:lnTo>
                    <a:pt x="330200" y="266700"/>
                  </a:lnTo>
                  <a:lnTo>
                    <a:pt x="12700" y="1016000"/>
                  </a:lnTo>
                  <a:cubicBezTo>
                    <a:pt x="8467" y="1511300"/>
                    <a:pt x="0" y="2006582"/>
                    <a:pt x="0" y="2501900"/>
                  </a:cubicBezTo>
                  <a:cubicBezTo>
                    <a:pt x="0" y="2536030"/>
                    <a:pt x="5549" y="2570127"/>
                    <a:pt x="12700" y="2603500"/>
                  </a:cubicBezTo>
                  <a:cubicBezTo>
                    <a:pt x="18310" y="2629680"/>
                    <a:pt x="38100" y="2679700"/>
                    <a:pt x="38100" y="2679700"/>
                  </a:cubicBezTo>
                  <a:cubicBezTo>
                    <a:pt x="334193" y="3233266"/>
                    <a:pt x="330200" y="3019363"/>
                    <a:pt x="330200" y="3251200"/>
                  </a:cubicBezTo>
                  <a:lnTo>
                    <a:pt x="342900" y="3479800"/>
                  </a:lnTo>
                  <a:lnTo>
                    <a:pt x="1117600" y="3467100"/>
                  </a:lnTo>
                  <a:lnTo>
                    <a:pt x="1955800" y="2540000"/>
                  </a:lnTo>
                  <a:close/>
                </a:path>
              </a:pathLst>
            </a:custGeom>
            <a:solidFill>
              <a:schemeClr val="bg1">
                <a:alpha val="5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Class Room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(250)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178089" y="7219730"/>
              <a:ext cx="1549400" cy="1193800"/>
            </a:xfrm>
            <a:prstGeom prst="rect">
              <a:avLst/>
            </a:prstGeom>
            <a:solidFill>
              <a:schemeClr val="bg1">
                <a:alpha val="5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Class Room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(70)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670589" y="6864130"/>
              <a:ext cx="1524000" cy="1206500"/>
            </a:xfrm>
            <a:prstGeom prst="rect">
              <a:avLst/>
            </a:prstGeom>
            <a:solidFill>
              <a:schemeClr val="bg1">
                <a:alpha val="49804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Class Room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(70)</a:t>
              </a:r>
            </a:p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SWAYAM PRABHA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Shape 439"/>
          <p:cNvSpPr txBox="1"/>
          <p:nvPr/>
        </p:nvSpPr>
        <p:spPr>
          <a:xfrm>
            <a:off x="8649097" y="7294519"/>
            <a:ext cx="500249" cy="25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10-101</a:t>
            </a:r>
            <a:endParaRPr sz="1200" dirty="0"/>
          </a:p>
        </p:txBody>
      </p:sp>
      <p:sp>
        <p:nvSpPr>
          <p:cNvPr id="15" name="Shape 439"/>
          <p:cNvSpPr txBox="1"/>
          <p:nvPr/>
        </p:nvSpPr>
        <p:spPr>
          <a:xfrm>
            <a:off x="4813423" y="7676584"/>
            <a:ext cx="500249" cy="25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10-102</a:t>
            </a:r>
            <a:endParaRPr sz="1200" dirty="0"/>
          </a:p>
        </p:txBody>
      </p:sp>
      <p:sp>
        <p:nvSpPr>
          <p:cNvPr id="16" name="Shape 439"/>
          <p:cNvSpPr txBox="1"/>
          <p:nvPr/>
        </p:nvSpPr>
        <p:spPr>
          <a:xfrm>
            <a:off x="4908613" y="3318054"/>
            <a:ext cx="500249" cy="25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10-103</a:t>
            </a:r>
            <a:endParaRPr sz="1200" dirty="0"/>
          </a:p>
        </p:txBody>
      </p:sp>
      <p:sp>
        <p:nvSpPr>
          <p:cNvPr id="21" name="Shape 439"/>
          <p:cNvSpPr txBox="1"/>
          <p:nvPr/>
        </p:nvSpPr>
        <p:spPr>
          <a:xfrm>
            <a:off x="8181525" y="1141965"/>
            <a:ext cx="500249" cy="25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10-104</a:t>
            </a:r>
            <a:endParaRPr sz="1200" dirty="0"/>
          </a:p>
        </p:txBody>
      </p:sp>
      <p:sp>
        <p:nvSpPr>
          <p:cNvPr id="22" name="Shape 439"/>
          <p:cNvSpPr txBox="1"/>
          <p:nvPr/>
        </p:nvSpPr>
        <p:spPr>
          <a:xfrm>
            <a:off x="10245287" y="2713670"/>
            <a:ext cx="500249" cy="25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10-105</a:t>
            </a:r>
            <a:endParaRPr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764803" y="8952379"/>
            <a:ext cx="2987040" cy="511175"/>
          </a:xfrm>
          <a:prstGeom prst="rect">
            <a:avLst/>
          </a:prstGeom>
        </p:spPr>
        <p:txBody>
          <a:bodyPr/>
          <a:lstStyle/>
          <a:p>
            <a:fld id="{E1FAAC2C-E9A6-476D-907D-74B1DF7E008B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486900" y="-12700"/>
            <a:ext cx="402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1ST FLOOR PLAN – BLOCK 10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790950" y="375955"/>
            <a:ext cx="8540749" cy="8740365"/>
            <a:chOff x="4508499" y="596900"/>
            <a:chExt cx="7607301" cy="778510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 rotWithShape="1">
            <a:blip r:embed="rId2"/>
            <a:srcRect l="7641" t="5943" r="29172" b="6126"/>
            <a:stretch>
              <a:fillRect/>
            </a:stretch>
          </p:blipFill>
          <p:spPr bwMode="auto">
            <a:xfrm>
              <a:off x="4508499" y="596900"/>
              <a:ext cx="7607301" cy="778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ctangle 5"/>
            <p:cNvSpPr/>
            <p:nvPr/>
          </p:nvSpPr>
          <p:spPr>
            <a:xfrm>
              <a:off x="8802668" y="6705549"/>
              <a:ext cx="1524000" cy="1206500"/>
            </a:xfrm>
            <a:prstGeom prst="rect">
              <a:avLst/>
            </a:prstGeom>
            <a:solidFill>
              <a:schemeClr val="bg1">
                <a:alpha val="5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Computer Lab</a:t>
              </a:r>
              <a:endParaRPr lang="en-US" sz="18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(70)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5327685" y="7053729"/>
              <a:ext cx="1524000" cy="1206500"/>
            </a:xfrm>
            <a:prstGeom prst="rect">
              <a:avLst/>
            </a:prstGeom>
            <a:solidFill>
              <a:schemeClr val="bg1">
                <a:alpha val="5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Computer Lab</a:t>
              </a:r>
              <a:endParaRPr lang="en-US" sz="18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(70)</a:t>
              </a:r>
            </a:p>
          </p:txBody>
        </p:sp>
        <p:sp>
          <p:nvSpPr>
            <p:cNvPr id="10" name="Freeform 9"/>
            <p:cNvSpPr/>
            <p:nvPr/>
          </p:nvSpPr>
          <p:spPr>
            <a:xfrm>
              <a:off x="7964468" y="801221"/>
              <a:ext cx="2362200" cy="1739900"/>
            </a:xfrm>
            <a:custGeom>
              <a:avLst/>
              <a:gdLst>
                <a:gd name="connsiteX0" fmla="*/ 609600 w 2362200"/>
                <a:gd name="connsiteY0" fmla="*/ 1625600 h 1676400"/>
                <a:gd name="connsiteX1" fmla="*/ 1752600 w 2362200"/>
                <a:gd name="connsiteY1" fmla="*/ 1638300 h 1676400"/>
                <a:gd name="connsiteX2" fmla="*/ 2349500 w 2362200"/>
                <a:gd name="connsiteY2" fmla="*/ 1016000 h 1676400"/>
                <a:gd name="connsiteX3" fmla="*/ 2362200 w 2362200"/>
                <a:gd name="connsiteY3" fmla="*/ 12700 h 1676400"/>
                <a:gd name="connsiteX4" fmla="*/ 12700 w 2362200"/>
                <a:gd name="connsiteY4" fmla="*/ 0 h 1676400"/>
                <a:gd name="connsiteX5" fmla="*/ 0 w 2362200"/>
                <a:gd name="connsiteY5" fmla="*/ 1041400 h 1676400"/>
                <a:gd name="connsiteX6" fmla="*/ 596900 w 2362200"/>
                <a:gd name="connsiteY6" fmla="*/ 1676400 h 1676400"/>
                <a:gd name="connsiteX7" fmla="*/ 609600 w 2362200"/>
                <a:gd name="connsiteY7" fmla="*/ 1625600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2200" h="1676400">
                  <a:moveTo>
                    <a:pt x="609600" y="1625600"/>
                  </a:moveTo>
                  <a:lnTo>
                    <a:pt x="1752600" y="1638300"/>
                  </a:lnTo>
                  <a:cubicBezTo>
                    <a:pt x="2358576" y="1045217"/>
                    <a:pt x="2349500" y="1332504"/>
                    <a:pt x="2349500" y="1016000"/>
                  </a:cubicBezTo>
                  <a:lnTo>
                    <a:pt x="2362200" y="12700"/>
                  </a:lnTo>
                  <a:lnTo>
                    <a:pt x="12700" y="0"/>
                  </a:lnTo>
                  <a:lnTo>
                    <a:pt x="0" y="1041400"/>
                  </a:lnTo>
                  <a:lnTo>
                    <a:pt x="596900" y="1676400"/>
                  </a:lnTo>
                  <a:lnTo>
                    <a:pt x="609600" y="1625600"/>
                  </a:lnTo>
                  <a:close/>
                </a:path>
              </a:pathLst>
            </a:custGeom>
            <a:solidFill>
              <a:schemeClr val="bg1">
                <a:alpha val="5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</a:rPr>
                <a:t>CLASSROOM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(150)</a:t>
              </a:r>
            </a:p>
          </p:txBody>
        </p:sp>
        <p:sp>
          <p:nvSpPr>
            <p:cNvPr id="11" name="Freeform 10"/>
            <p:cNvSpPr/>
            <p:nvPr/>
          </p:nvSpPr>
          <p:spPr>
            <a:xfrm rot="5400000">
              <a:off x="9799166" y="2616251"/>
              <a:ext cx="2362200" cy="1714500"/>
            </a:xfrm>
            <a:custGeom>
              <a:avLst/>
              <a:gdLst>
                <a:gd name="connsiteX0" fmla="*/ 609600 w 2362200"/>
                <a:gd name="connsiteY0" fmla="*/ 1625600 h 1676400"/>
                <a:gd name="connsiteX1" fmla="*/ 1752600 w 2362200"/>
                <a:gd name="connsiteY1" fmla="*/ 1638300 h 1676400"/>
                <a:gd name="connsiteX2" fmla="*/ 2349500 w 2362200"/>
                <a:gd name="connsiteY2" fmla="*/ 1016000 h 1676400"/>
                <a:gd name="connsiteX3" fmla="*/ 2362200 w 2362200"/>
                <a:gd name="connsiteY3" fmla="*/ 12700 h 1676400"/>
                <a:gd name="connsiteX4" fmla="*/ 12700 w 2362200"/>
                <a:gd name="connsiteY4" fmla="*/ 0 h 1676400"/>
                <a:gd name="connsiteX5" fmla="*/ 0 w 2362200"/>
                <a:gd name="connsiteY5" fmla="*/ 1041400 h 1676400"/>
                <a:gd name="connsiteX6" fmla="*/ 596900 w 2362200"/>
                <a:gd name="connsiteY6" fmla="*/ 1676400 h 1676400"/>
                <a:gd name="connsiteX7" fmla="*/ 609600 w 2362200"/>
                <a:gd name="connsiteY7" fmla="*/ 1625600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2200" h="1676400">
                  <a:moveTo>
                    <a:pt x="609600" y="1625600"/>
                  </a:moveTo>
                  <a:lnTo>
                    <a:pt x="1752600" y="1638300"/>
                  </a:lnTo>
                  <a:cubicBezTo>
                    <a:pt x="2358576" y="1045217"/>
                    <a:pt x="2349500" y="1332504"/>
                    <a:pt x="2349500" y="1016000"/>
                  </a:cubicBezTo>
                  <a:lnTo>
                    <a:pt x="2362200" y="12700"/>
                  </a:lnTo>
                  <a:lnTo>
                    <a:pt x="12700" y="0"/>
                  </a:lnTo>
                  <a:lnTo>
                    <a:pt x="0" y="1041400"/>
                  </a:lnTo>
                  <a:lnTo>
                    <a:pt x="596900" y="1676400"/>
                  </a:lnTo>
                  <a:lnTo>
                    <a:pt x="609600" y="1625600"/>
                  </a:lnTo>
                  <a:close/>
                </a:path>
              </a:pathLst>
            </a:custGeom>
            <a:solidFill>
              <a:schemeClr val="bg1">
                <a:alpha val="5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</a:rPr>
                <a:t>CLASSROOM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(150)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593529" y="7129929"/>
              <a:ext cx="736600" cy="1130300"/>
            </a:xfrm>
            <a:prstGeom prst="rect">
              <a:avLst/>
            </a:prstGeom>
            <a:solidFill>
              <a:srgbClr val="663300">
                <a:alpha val="5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205</a:t>
              </a:r>
            </a:p>
          </p:txBody>
        </p:sp>
      </p:grpSp>
      <p:sp>
        <p:nvSpPr>
          <p:cNvPr id="12" name="Shape 439"/>
          <p:cNvSpPr txBox="1"/>
          <p:nvPr/>
        </p:nvSpPr>
        <p:spPr>
          <a:xfrm>
            <a:off x="7734697" y="653087"/>
            <a:ext cx="500249" cy="25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10-201</a:t>
            </a:r>
            <a:endParaRPr sz="1200" dirty="0"/>
          </a:p>
        </p:txBody>
      </p:sp>
      <p:sp>
        <p:nvSpPr>
          <p:cNvPr id="13" name="Shape 439"/>
          <p:cNvSpPr txBox="1"/>
          <p:nvPr/>
        </p:nvSpPr>
        <p:spPr>
          <a:xfrm>
            <a:off x="10827116" y="2302777"/>
            <a:ext cx="500249" cy="25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10-202</a:t>
            </a:r>
            <a:endParaRPr sz="1200" dirty="0"/>
          </a:p>
        </p:txBody>
      </p:sp>
      <p:sp>
        <p:nvSpPr>
          <p:cNvPr id="14" name="Shape 439"/>
          <p:cNvSpPr txBox="1"/>
          <p:nvPr/>
        </p:nvSpPr>
        <p:spPr>
          <a:xfrm>
            <a:off x="8649097" y="7294519"/>
            <a:ext cx="500249" cy="25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10-203</a:t>
            </a:r>
            <a:endParaRPr sz="1200" dirty="0"/>
          </a:p>
        </p:txBody>
      </p:sp>
      <p:sp>
        <p:nvSpPr>
          <p:cNvPr id="15" name="Shape 439"/>
          <p:cNvSpPr txBox="1"/>
          <p:nvPr/>
        </p:nvSpPr>
        <p:spPr>
          <a:xfrm>
            <a:off x="4817153" y="7710615"/>
            <a:ext cx="500249" cy="25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dk1"/>
              </a:buClr>
              <a:buSzPts val="1400"/>
            </a:pPr>
            <a:r>
              <a:rPr 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10-204</a:t>
            </a:r>
            <a:endParaRPr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2"/>
          <p:cNvGrpSpPr/>
          <p:nvPr/>
        </p:nvGrpSpPr>
        <p:grpSpPr>
          <a:xfrm>
            <a:off x="1460500" y="335541"/>
            <a:ext cx="9537700" cy="8534728"/>
            <a:chOff x="1460500" y="335541"/>
            <a:chExt cx="9537700" cy="8534728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/>
            <a:srcRect l="18573" b="7273"/>
            <a:stretch>
              <a:fillRect/>
            </a:stretch>
          </p:blipFill>
          <p:spPr bwMode="auto">
            <a:xfrm>
              <a:off x="1460500" y="335541"/>
              <a:ext cx="9537700" cy="85347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5" name="Straight Connector 14"/>
            <p:cNvCxnSpPr/>
            <p:nvPr/>
          </p:nvCxnSpPr>
          <p:spPr>
            <a:xfrm rot="16200000" flipH="1">
              <a:off x="7740650" y="3079750"/>
              <a:ext cx="1828800" cy="13843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 flipV="1">
              <a:off x="7715250" y="2724150"/>
              <a:ext cx="1828800" cy="14351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651500" y="1041400"/>
              <a:ext cx="2006600" cy="12954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10800000" flipV="1">
              <a:off x="5816600" y="1041400"/>
              <a:ext cx="2019300" cy="1270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772650" y="9010071"/>
            <a:ext cx="2987040" cy="511175"/>
          </a:xfrm>
          <a:prstGeom prst="rect">
            <a:avLst/>
          </a:prstGeom>
        </p:spPr>
        <p:txBody>
          <a:bodyPr/>
          <a:lstStyle/>
          <a:p>
            <a:fld id="{E1FAAC2C-E9A6-476D-907D-74B1DF7E008B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486900" y="-12700"/>
            <a:ext cx="402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2ND FLOOR PLAN – BLOCK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9804400" y="330200"/>
            <a:ext cx="1473200" cy="927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311400" y="7150100"/>
            <a:ext cx="685800" cy="11303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800" dirty="0">
                <a:solidFill>
                  <a:schemeClr val="tx1"/>
                </a:solidFill>
              </a:rPr>
              <a:t>10-301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Char. Lab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35300" y="7162800"/>
            <a:ext cx="685800" cy="11303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800" dirty="0">
                <a:solidFill>
                  <a:schemeClr val="tx1"/>
                </a:solidFill>
              </a:rPr>
              <a:t>10-302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Char. Lab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71900" y="7162800"/>
            <a:ext cx="685800" cy="11303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800" dirty="0">
                <a:solidFill>
                  <a:schemeClr val="tx1"/>
                </a:solidFill>
              </a:rPr>
              <a:t> 10-303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6807200"/>
            <a:ext cx="685800" cy="11303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800" dirty="0">
                <a:solidFill>
                  <a:schemeClr val="tx1"/>
                </a:solidFill>
              </a:rPr>
              <a:t>10-304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12000" y="6807200"/>
            <a:ext cx="685800" cy="11303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800" dirty="0">
                <a:solidFill>
                  <a:schemeClr val="tx1"/>
                </a:solidFill>
              </a:rPr>
              <a:t>10-305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13500" y="6807200"/>
            <a:ext cx="1397000" cy="1143000"/>
          </a:xfrm>
          <a:prstGeom prst="rect">
            <a:avLst/>
          </a:prstGeom>
          <a:solidFill>
            <a:srgbClr val="3EB489">
              <a:alpha val="75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MSE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305050" y="7137400"/>
            <a:ext cx="2146300" cy="1143000"/>
          </a:xfrm>
          <a:prstGeom prst="rect">
            <a:avLst/>
          </a:prstGeom>
          <a:solidFill>
            <a:srgbClr val="3EB489">
              <a:alpha val="75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MSE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642224" y="8855834"/>
            <a:ext cx="2987040" cy="511175"/>
          </a:xfrm>
          <a:prstGeom prst="rect">
            <a:avLst/>
          </a:prstGeom>
        </p:spPr>
        <p:txBody>
          <a:bodyPr/>
          <a:lstStyle/>
          <a:p>
            <a:fld id="{E1FAAC2C-E9A6-476D-907D-74B1DF7E008B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763000" y="0"/>
            <a:ext cx="402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GROUND FLOOR PLAN – BLOCK 11</a:t>
            </a:r>
          </a:p>
        </p:txBody>
      </p:sp>
      <p:grpSp>
        <p:nvGrpSpPr>
          <p:cNvPr id="2" name="Group 6"/>
          <p:cNvGrpSpPr/>
          <p:nvPr/>
        </p:nvGrpSpPr>
        <p:grpSpPr>
          <a:xfrm>
            <a:off x="0" y="1333500"/>
            <a:ext cx="12801600" cy="6788610"/>
            <a:chOff x="0" y="1333500"/>
            <a:chExt cx="12801600" cy="6788610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/>
            <a:srcRect l="1682" t="3225" r="7512" b="5643"/>
            <a:stretch>
              <a:fillRect/>
            </a:stretch>
          </p:blipFill>
          <p:spPr bwMode="auto">
            <a:xfrm>
              <a:off x="0" y="1422400"/>
              <a:ext cx="12801600" cy="6699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ctangle 5"/>
            <p:cNvSpPr/>
            <p:nvPr/>
          </p:nvSpPr>
          <p:spPr>
            <a:xfrm>
              <a:off x="12433300" y="1333500"/>
              <a:ext cx="355600" cy="889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Rectangle 7"/>
          <p:cNvSpPr/>
          <p:nvPr/>
        </p:nvSpPr>
        <p:spPr>
          <a:xfrm>
            <a:off x="4787900" y="2184400"/>
            <a:ext cx="1739900" cy="1358900"/>
          </a:xfrm>
          <a:prstGeom prst="rect">
            <a:avLst/>
          </a:prstGeom>
          <a:solidFill>
            <a:schemeClr val="accent6">
              <a:lumMod val="75000"/>
              <a:alpha val="5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102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(70)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9100" y="3225800"/>
            <a:ext cx="1828800" cy="1346200"/>
          </a:xfrm>
          <a:prstGeom prst="rect">
            <a:avLst/>
          </a:prstGeom>
          <a:solidFill>
            <a:srgbClr val="99FF33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101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(70)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33094" y="6143458"/>
            <a:ext cx="3314700" cy="1803400"/>
          </a:xfrm>
          <a:prstGeom prst="rect">
            <a:avLst/>
          </a:prstGeom>
          <a:solidFill>
            <a:srgbClr val="ED9121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Makers Bhavan</a:t>
            </a:r>
          </a:p>
          <a:p>
            <a:pPr algn="ctr"/>
            <a:r>
              <a:rPr lang="en-US" dirty="0"/>
              <a:t>110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39000" y="2171700"/>
            <a:ext cx="850900" cy="1409700"/>
          </a:xfrm>
          <a:prstGeom prst="rect">
            <a:avLst/>
          </a:prstGeom>
          <a:solidFill>
            <a:srgbClr val="9733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0700" y="2159000"/>
            <a:ext cx="850900" cy="1409700"/>
          </a:xfrm>
          <a:prstGeom prst="rect">
            <a:avLst/>
          </a:prstGeom>
          <a:solidFill>
            <a:srgbClr val="9733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5100" y="2159000"/>
            <a:ext cx="850900" cy="1409700"/>
          </a:xfrm>
          <a:prstGeom prst="rect">
            <a:avLst/>
          </a:prstGeom>
          <a:solidFill>
            <a:srgbClr val="9733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39000" y="4025900"/>
            <a:ext cx="850900" cy="1409700"/>
          </a:xfrm>
          <a:prstGeom prst="rect">
            <a:avLst/>
          </a:prstGeom>
          <a:solidFill>
            <a:srgbClr val="9733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0" y="4025900"/>
            <a:ext cx="850900" cy="1409700"/>
          </a:xfrm>
          <a:prstGeom prst="rect">
            <a:avLst/>
          </a:prstGeom>
          <a:solidFill>
            <a:srgbClr val="9733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9700" y="4013200"/>
            <a:ext cx="850900" cy="1409700"/>
          </a:xfrm>
          <a:prstGeom prst="rect">
            <a:avLst/>
          </a:prstGeom>
          <a:solidFill>
            <a:srgbClr val="9733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31400" y="4000500"/>
            <a:ext cx="850900" cy="1409700"/>
          </a:xfrm>
          <a:prstGeom prst="rect">
            <a:avLst/>
          </a:prstGeom>
          <a:solidFill>
            <a:srgbClr val="9733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106</a:t>
            </a:r>
          </a:p>
        </p:txBody>
      </p:sp>
      <p:sp>
        <p:nvSpPr>
          <p:cNvPr id="3" name="Freeform: Shape 2"/>
          <p:cNvSpPr/>
          <p:nvPr/>
        </p:nvSpPr>
        <p:spPr>
          <a:xfrm>
            <a:off x="7229475" y="2149475"/>
            <a:ext cx="3549650" cy="3282950"/>
          </a:xfrm>
          <a:custGeom>
            <a:avLst/>
            <a:gdLst>
              <a:gd name="connsiteX0" fmla="*/ 2092325 w 3549650"/>
              <a:gd name="connsiteY0" fmla="*/ 6350 h 3282950"/>
              <a:gd name="connsiteX1" fmla="*/ 0 w 3549650"/>
              <a:gd name="connsiteY1" fmla="*/ 6350 h 3282950"/>
              <a:gd name="connsiteX2" fmla="*/ 0 w 3549650"/>
              <a:gd name="connsiteY2" fmla="*/ 3282950 h 3282950"/>
              <a:gd name="connsiteX3" fmla="*/ 3549650 w 3549650"/>
              <a:gd name="connsiteY3" fmla="*/ 3282950 h 3282950"/>
              <a:gd name="connsiteX4" fmla="*/ 3549650 w 3549650"/>
              <a:gd name="connsiteY4" fmla="*/ 1847850 h 3282950"/>
              <a:gd name="connsiteX5" fmla="*/ 2670175 w 3549650"/>
              <a:gd name="connsiteY5" fmla="*/ 1847850 h 3282950"/>
              <a:gd name="connsiteX6" fmla="*/ 2670175 w 3549650"/>
              <a:gd name="connsiteY6" fmla="*/ 0 h 3282950"/>
              <a:gd name="connsiteX7" fmla="*/ 2092325 w 3549650"/>
              <a:gd name="connsiteY7" fmla="*/ 6350 h 328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49650" h="3282950">
                <a:moveTo>
                  <a:pt x="2092325" y="6350"/>
                </a:moveTo>
                <a:lnTo>
                  <a:pt x="0" y="6350"/>
                </a:lnTo>
                <a:lnTo>
                  <a:pt x="0" y="3282950"/>
                </a:lnTo>
                <a:lnTo>
                  <a:pt x="3549650" y="3282950"/>
                </a:lnTo>
                <a:lnTo>
                  <a:pt x="3549650" y="1847850"/>
                </a:lnTo>
                <a:lnTo>
                  <a:pt x="2670175" y="1847850"/>
                </a:lnTo>
                <a:lnTo>
                  <a:pt x="2670175" y="0"/>
                </a:lnTo>
                <a:lnTo>
                  <a:pt x="2092325" y="6350"/>
                </a:lnTo>
                <a:close/>
              </a:path>
            </a:pathLst>
          </a:custGeom>
          <a:solidFill>
            <a:srgbClr val="3EB489">
              <a:alpha val="75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MSE</a:t>
            </a:r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89100" y="6375400"/>
            <a:ext cx="222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Design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7192645" y="8427720"/>
            <a:ext cx="45707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(Official allocation to Design is pending approval)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378950" y="8909763"/>
            <a:ext cx="2987040" cy="511175"/>
          </a:xfrm>
          <a:prstGeom prst="rect">
            <a:avLst/>
          </a:prstGeom>
        </p:spPr>
        <p:txBody>
          <a:bodyPr/>
          <a:lstStyle/>
          <a:p>
            <a:fld id="{E1FAAC2C-E9A6-476D-907D-74B1DF7E008B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763000" y="0"/>
            <a:ext cx="402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1ST FLOOR PLAN – BLOCK 11</a:t>
            </a:r>
          </a:p>
        </p:txBody>
      </p:sp>
      <p:grpSp>
        <p:nvGrpSpPr>
          <p:cNvPr id="2" name="Group 8"/>
          <p:cNvGrpSpPr/>
          <p:nvPr/>
        </p:nvGrpSpPr>
        <p:grpSpPr>
          <a:xfrm>
            <a:off x="-1" y="1003300"/>
            <a:ext cx="12801601" cy="6991826"/>
            <a:chOff x="-1" y="1003300"/>
            <a:chExt cx="12801601" cy="6991826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3"/>
            <a:srcRect t="2313" r="7401" b="8185"/>
            <a:stretch>
              <a:fillRect/>
            </a:stretch>
          </p:blipFill>
          <p:spPr bwMode="auto">
            <a:xfrm>
              <a:off x="-1" y="1130301"/>
              <a:ext cx="12801601" cy="6864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Rectangle 7"/>
            <p:cNvSpPr/>
            <p:nvPr/>
          </p:nvSpPr>
          <p:spPr>
            <a:xfrm>
              <a:off x="12344400" y="1003300"/>
              <a:ext cx="444500" cy="977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/>
          <p:cNvSpPr/>
          <p:nvPr/>
        </p:nvSpPr>
        <p:spPr>
          <a:xfrm>
            <a:off x="7188200" y="1879601"/>
            <a:ext cx="850900" cy="1409700"/>
          </a:xfrm>
          <a:prstGeom prst="rect">
            <a:avLst/>
          </a:prstGeom>
          <a:solidFill>
            <a:srgbClr val="37D13B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4500" y="1879600"/>
            <a:ext cx="850900" cy="1409700"/>
          </a:xfrm>
          <a:prstGeom prst="rect">
            <a:avLst/>
          </a:prstGeom>
          <a:solidFill>
            <a:srgbClr val="37D13B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53500" y="1883831"/>
            <a:ext cx="850900" cy="1409700"/>
          </a:xfrm>
          <a:prstGeom prst="rect">
            <a:avLst/>
          </a:prstGeom>
          <a:solidFill>
            <a:srgbClr val="37D13B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62800" y="3746500"/>
            <a:ext cx="850900" cy="1409700"/>
          </a:xfrm>
          <a:prstGeom prst="rect">
            <a:avLst/>
          </a:prstGeom>
          <a:solidFill>
            <a:srgbClr val="37D13B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1800" y="3746500"/>
            <a:ext cx="850900" cy="1409700"/>
          </a:xfrm>
          <a:prstGeom prst="rect">
            <a:avLst/>
          </a:prstGeom>
          <a:solidFill>
            <a:srgbClr val="37D13B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0800" y="3743066"/>
            <a:ext cx="850900" cy="1409700"/>
          </a:xfrm>
          <a:prstGeom prst="rect">
            <a:avLst/>
          </a:prstGeom>
          <a:solidFill>
            <a:srgbClr val="37D13B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21332" y="3743066"/>
            <a:ext cx="850900" cy="1409700"/>
          </a:xfrm>
          <a:prstGeom prst="rect">
            <a:avLst/>
          </a:prstGeom>
          <a:solidFill>
            <a:srgbClr val="37D13B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49800" y="1930400"/>
            <a:ext cx="863600" cy="1092200"/>
          </a:xfrm>
          <a:prstGeom prst="rect">
            <a:avLst/>
          </a:prstGeom>
          <a:solidFill>
            <a:schemeClr val="bg1">
              <a:alpha val="50196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205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20 CR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6100" y="1917700"/>
            <a:ext cx="863600" cy="1092200"/>
          </a:xfrm>
          <a:prstGeom prst="rect">
            <a:avLst/>
          </a:prstGeom>
          <a:solidFill>
            <a:schemeClr val="bg1">
              <a:alpha val="50196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206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20 CR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5200" y="3225800"/>
            <a:ext cx="863600" cy="1092200"/>
          </a:xfrm>
          <a:prstGeom prst="rect">
            <a:avLst/>
          </a:prstGeom>
          <a:solidFill>
            <a:schemeClr val="bg1">
              <a:alpha val="5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204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(20 CR)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19100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DARK LAB - 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1000" y="406400"/>
            <a:ext cx="208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20 CAPACITY </a:t>
            </a:r>
          </a:p>
          <a:p>
            <a:r>
              <a:rPr lang="en-US" sz="1400" dirty="0"/>
              <a:t>CLASSROOM 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0900" y="469900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DRY LAB - LIGHT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6700" y="482600"/>
            <a:ext cx="444500" cy="355600"/>
          </a:xfrm>
          <a:prstGeom prst="rect">
            <a:avLst/>
          </a:prstGeom>
          <a:solidFill>
            <a:srgbClr val="37D13B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298700" y="431800"/>
            <a:ext cx="508000" cy="355600"/>
          </a:xfrm>
          <a:prstGeom prst="rect">
            <a:avLst/>
          </a:prstGeom>
          <a:solidFill>
            <a:srgbClr val="2D1EEA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76300" y="2921000"/>
            <a:ext cx="850900" cy="13589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2600" y="2895600"/>
            <a:ext cx="850900" cy="13589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28900" y="2895600"/>
            <a:ext cx="850900" cy="13589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97200" y="6172200"/>
            <a:ext cx="850900" cy="13589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73500" y="6184900"/>
            <a:ext cx="850900" cy="13589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216</a:t>
            </a:r>
          </a:p>
        </p:txBody>
      </p:sp>
      <p:sp>
        <p:nvSpPr>
          <p:cNvPr id="35" name="Rectangle 34"/>
          <p:cNvSpPr/>
          <p:nvPr/>
        </p:nvSpPr>
        <p:spPr>
          <a:xfrm rot="16200000">
            <a:off x="1206500" y="6438900"/>
            <a:ext cx="850900" cy="13589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218</a:t>
            </a:r>
          </a:p>
        </p:txBody>
      </p:sp>
      <p:sp>
        <p:nvSpPr>
          <p:cNvPr id="36" name="Rectangle 35"/>
          <p:cNvSpPr/>
          <p:nvPr/>
        </p:nvSpPr>
        <p:spPr>
          <a:xfrm rot="16200000">
            <a:off x="1193800" y="5562600"/>
            <a:ext cx="850900" cy="13589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02100" y="444500"/>
            <a:ext cx="508000" cy="3810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11214100" y="4203700"/>
            <a:ext cx="863600" cy="914400"/>
          </a:xfrm>
          <a:prstGeom prst="rect">
            <a:avLst/>
          </a:prstGeom>
          <a:solidFill>
            <a:schemeClr val="bg1">
              <a:alpha val="49804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210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(15)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57900" y="419100"/>
            <a:ext cx="533400" cy="393700"/>
          </a:xfrm>
          <a:prstGeom prst="rect">
            <a:avLst/>
          </a:prstGeom>
          <a:solidFill>
            <a:srgbClr val="0066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692900" y="40640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MEETING ROOM  - 15 SEATER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87900" y="4749800"/>
            <a:ext cx="622300" cy="736600"/>
          </a:xfrm>
          <a:prstGeom prst="rect">
            <a:avLst/>
          </a:prstGeom>
          <a:solidFill>
            <a:schemeClr val="bg1">
              <a:alpha val="50196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215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(11)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67700" y="381000"/>
            <a:ext cx="533400" cy="393700"/>
          </a:xfrm>
          <a:prstGeom prst="rect">
            <a:avLst/>
          </a:prstGeom>
          <a:solidFill>
            <a:srgbClr val="CC0000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8991600" y="36830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MEETING ROOM  - 10 SEATER</a:t>
            </a:r>
          </a:p>
        </p:txBody>
      </p:sp>
      <p:sp>
        <p:nvSpPr>
          <p:cNvPr id="6" name="Freeform: Shape 5"/>
          <p:cNvSpPr/>
          <p:nvPr/>
        </p:nvSpPr>
        <p:spPr>
          <a:xfrm>
            <a:off x="7188200" y="1875367"/>
            <a:ext cx="3471333" cy="3272366"/>
          </a:xfrm>
          <a:custGeom>
            <a:avLst/>
            <a:gdLst>
              <a:gd name="connsiteX0" fmla="*/ 1126067 w 3471333"/>
              <a:gd name="connsiteY0" fmla="*/ 4233 h 3272366"/>
              <a:gd name="connsiteX1" fmla="*/ 0 w 3471333"/>
              <a:gd name="connsiteY1" fmla="*/ 4233 h 3272366"/>
              <a:gd name="connsiteX2" fmla="*/ 0 w 3471333"/>
              <a:gd name="connsiteY2" fmla="*/ 3272366 h 3272366"/>
              <a:gd name="connsiteX3" fmla="*/ 3471333 w 3471333"/>
              <a:gd name="connsiteY3" fmla="*/ 3272366 h 3272366"/>
              <a:gd name="connsiteX4" fmla="*/ 3471333 w 3471333"/>
              <a:gd name="connsiteY4" fmla="*/ 1862666 h 3272366"/>
              <a:gd name="connsiteX5" fmla="*/ 2620433 w 3471333"/>
              <a:gd name="connsiteY5" fmla="*/ 1862666 h 3272366"/>
              <a:gd name="connsiteX6" fmla="*/ 2620433 w 3471333"/>
              <a:gd name="connsiteY6" fmla="*/ 0 h 3272366"/>
              <a:gd name="connsiteX7" fmla="*/ 1126067 w 3471333"/>
              <a:gd name="connsiteY7" fmla="*/ 4233 h 3272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1333" h="3272366">
                <a:moveTo>
                  <a:pt x="1126067" y="4233"/>
                </a:moveTo>
                <a:lnTo>
                  <a:pt x="0" y="4233"/>
                </a:lnTo>
                <a:lnTo>
                  <a:pt x="0" y="3272366"/>
                </a:lnTo>
                <a:lnTo>
                  <a:pt x="3471333" y="3272366"/>
                </a:lnTo>
                <a:lnTo>
                  <a:pt x="3471333" y="1862666"/>
                </a:lnTo>
                <a:lnTo>
                  <a:pt x="2620433" y="1862666"/>
                </a:lnTo>
                <a:lnTo>
                  <a:pt x="2620433" y="0"/>
                </a:lnTo>
                <a:lnTo>
                  <a:pt x="1126067" y="4233"/>
                </a:lnTo>
                <a:close/>
              </a:path>
            </a:pathLst>
          </a:custGeom>
          <a:solidFill>
            <a:srgbClr val="3EB489">
              <a:alpha val="75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MSE</a:t>
            </a:r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Freeform: Shape 8"/>
          <p:cNvSpPr/>
          <p:nvPr/>
        </p:nvSpPr>
        <p:spPr>
          <a:xfrm>
            <a:off x="830179" y="2803358"/>
            <a:ext cx="2671010" cy="1491916"/>
          </a:xfrm>
          <a:custGeom>
            <a:avLst/>
            <a:gdLst>
              <a:gd name="csX0" fmla="*/ 0 w 2671010"/>
              <a:gd name="csY0" fmla="*/ 0 h 1491916"/>
              <a:gd name="csX1" fmla="*/ 2671010 w 2671010"/>
              <a:gd name="csY1" fmla="*/ 0 h 1491916"/>
              <a:gd name="csX2" fmla="*/ 2671010 w 2671010"/>
              <a:gd name="csY2" fmla="*/ 1491916 h 1491916"/>
              <a:gd name="csX3" fmla="*/ 12032 w 2671010"/>
              <a:gd name="csY3" fmla="*/ 1491916 h 1491916"/>
              <a:gd name="csX4" fmla="*/ 0 w 2671010"/>
              <a:gd name="csY4" fmla="*/ 0 h 14919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71010" h="1491916">
                <a:moveTo>
                  <a:pt x="0" y="0"/>
                </a:moveTo>
                <a:lnTo>
                  <a:pt x="2671010" y="0"/>
                </a:lnTo>
                <a:lnTo>
                  <a:pt x="2671010" y="1491916"/>
                </a:lnTo>
                <a:lnTo>
                  <a:pt x="12032" y="1491916"/>
                </a:lnTo>
                <a:cubicBezTo>
                  <a:pt x="8021" y="994611"/>
                  <a:pt x="4011" y="497305"/>
                  <a:pt x="0" y="0"/>
                </a:cubicBezTo>
                <a:close/>
              </a:path>
            </a:pathLst>
          </a:custGeom>
          <a:solidFill>
            <a:srgbClr val="ED9121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952500" y="3009900"/>
            <a:ext cx="222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Design</a:t>
            </a:r>
          </a:p>
        </p:txBody>
      </p:sp>
      <p:sp>
        <p:nvSpPr>
          <p:cNvPr id="22" name="Freeform: Shape 21"/>
          <p:cNvSpPr/>
          <p:nvPr/>
        </p:nvSpPr>
        <p:spPr>
          <a:xfrm>
            <a:off x="2963445" y="6172200"/>
            <a:ext cx="1760955" cy="1358900"/>
          </a:xfrm>
          <a:custGeom>
            <a:avLst/>
            <a:gdLst>
              <a:gd name="csX0" fmla="*/ 0 w 2671010"/>
              <a:gd name="csY0" fmla="*/ 0 h 1491916"/>
              <a:gd name="csX1" fmla="*/ 2671010 w 2671010"/>
              <a:gd name="csY1" fmla="*/ 0 h 1491916"/>
              <a:gd name="csX2" fmla="*/ 2671010 w 2671010"/>
              <a:gd name="csY2" fmla="*/ 1491916 h 1491916"/>
              <a:gd name="csX3" fmla="*/ 12032 w 2671010"/>
              <a:gd name="csY3" fmla="*/ 1491916 h 1491916"/>
              <a:gd name="csX4" fmla="*/ 0 w 2671010"/>
              <a:gd name="csY4" fmla="*/ 0 h 14919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71010" h="1491916">
                <a:moveTo>
                  <a:pt x="0" y="0"/>
                </a:moveTo>
                <a:lnTo>
                  <a:pt x="2671010" y="0"/>
                </a:lnTo>
                <a:lnTo>
                  <a:pt x="2671010" y="1491916"/>
                </a:lnTo>
                <a:lnTo>
                  <a:pt x="12032" y="1491916"/>
                </a:lnTo>
                <a:cubicBezTo>
                  <a:pt x="8021" y="994611"/>
                  <a:pt x="4011" y="497305"/>
                  <a:pt x="0" y="0"/>
                </a:cubicBezTo>
                <a:close/>
              </a:path>
            </a:pathLst>
          </a:custGeom>
          <a:solidFill>
            <a:srgbClr val="ED9121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3054350" y="6228833"/>
            <a:ext cx="222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Design</a:t>
            </a:r>
          </a:p>
        </p:txBody>
      </p:sp>
      <p:sp>
        <p:nvSpPr>
          <p:cNvPr id="25" name="Freeform: Shape 24"/>
          <p:cNvSpPr/>
          <p:nvPr/>
        </p:nvSpPr>
        <p:spPr>
          <a:xfrm>
            <a:off x="922922" y="6692900"/>
            <a:ext cx="1358901" cy="876301"/>
          </a:xfrm>
          <a:custGeom>
            <a:avLst/>
            <a:gdLst>
              <a:gd name="csX0" fmla="*/ 0 w 2671010"/>
              <a:gd name="csY0" fmla="*/ 0 h 1491916"/>
              <a:gd name="csX1" fmla="*/ 2671010 w 2671010"/>
              <a:gd name="csY1" fmla="*/ 0 h 1491916"/>
              <a:gd name="csX2" fmla="*/ 2671010 w 2671010"/>
              <a:gd name="csY2" fmla="*/ 1491916 h 1491916"/>
              <a:gd name="csX3" fmla="*/ 12032 w 2671010"/>
              <a:gd name="csY3" fmla="*/ 1491916 h 1491916"/>
              <a:gd name="csX4" fmla="*/ 0 w 2671010"/>
              <a:gd name="csY4" fmla="*/ 0 h 14919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71010" h="1491916">
                <a:moveTo>
                  <a:pt x="0" y="0"/>
                </a:moveTo>
                <a:lnTo>
                  <a:pt x="2671010" y="0"/>
                </a:lnTo>
                <a:lnTo>
                  <a:pt x="2671010" y="1491916"/>
                </a:lnTo>
                <a:lnTo>
                  <a:pt x="12032" y="1491916"/>
                </a:lnTo>
                <a:cubicBezTo>
                  <a:pt x="8021" y="994611"/>
                  <a:pt x="4011" y="497305"/>
                  <a:pt x="0" y="0"/>
                </a:cubicBezTo>
                <a:close/>
              </a:path>
            </a:pathLst>
          </a:custGeom>
          <a:solidFill>
            <a:srgbClr val="ED9121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/>
          <p:cNvSpPr txBox="1"/>
          <p:nvPr/>
        </p:nvSpPr>
        <p:spPr>
          <a:xfrm>
            <a:off x="876300" y="6668839"/>
            <a:ext cx="222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Design</a:t>
            </a:r>
          </a:p>
        </p:txBody>
      </p:sp>
      <p:sp>
        <p:nvSpPr>
          <p:cNvPr id="44" name="Freeform: Shape 43"/>
          <p:cNvSpPr/>
          <p:nvPr/>
        </p:nvSpPr>
        <p:spPr>
          <a:xfrm>
            <a:off x="946149" y="5813077"/>
            <a:ext cx="1358901" cy="876301"/>
          </a:xfrm>
          <a:custGeom>
            <a:avLst/>
            <a:gdLst>
              <a:gd name="csX0" fmla="*/ 0 w 2671010"/>
              <a:gd name="csY0" fmla="*/ 0 h 1491916"/>
              <a:gd name="csX1" fmla="*/ 2671010 w 2671010"/>
              <a:gd name="csY1" fmla="*/ 0 h 1491916"/>
              <a:gd name="csX2" fmla="*/ 2671010 w 2671010"/>
              <a:gd name="csY2" fmla="*/ 1491916 h 1491916"/>
              <a:gd name="csX3" fmla="*/ 12032 w 2671010"/>
              <a:gd name="csY3" fmla="*/ 1491916 h 1491916"/>
              <a:gd name="csX4" fmla="*/ 0 w 2671010"/>
              <a:gd name="csY4" fmla="*/ 0 h 14919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71010" h="1491916">
                <a:moveTo>
                  <a:pt x="0" y="0"/>
                </a:moveTo>
                <a:lnTo>
                  <a:pt x="2671010" y="0"/>
                </a:lnTo>
                <a:lnTo>
                  <a:pt x="2671010" y="1491916"/>
                </a:lnTo>
                <a:lnTo>
                  <a:pt x="12032" y="1491916"/>
                </a:lnTo>
                <a:cubicBezTo>
                  <a:pt x="8021" y="994611"/>
                  <a:pt x="4011" y="497305"/>
                  <a:pt x="0" y="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/>
          <p:cNvSpPr txBox="1"/>
          <p:nvPr/>
        </p:nvSpPr>
        <p:spPr>
          <a:xfrm>
            <a:off x="939800" y="5751734"/>
            <a:ext cx="222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192645" y="8427720"/>
            <a:ext cx="45707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(Official allocation to Design is pending approval)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3357" y="8879045"/>
            <a:ext cx="2987040" cy="511175"/>
          </a:xfrm>
          <a:prstGeom prst="rect">
            <a:avLst/>
          </a:prstGeom>
        </p:spPr>
        <p:txBody>
          <a:bodyPr/>
          <a:lstStyle/>
          <a:p>
            <a:fld id="{E1FAAC2C-E9A6-476D-907D-74B1DF7E008B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770620" y="0"/>
            <a:ext cx="402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2</a:t>
            </a:r>
            <a:r>
              <a:rPr lang="en-IN" sz="1400" b="1" baseline="30000" dirty="0"/>
              <a:t>ND</a:t>
            </a:r>
            <a:r>
              <a:rPr lang="en-IN" sz="1400" b="1" dirty="0"/>
              <a:t>  FLOOR PLAN – BLOCK 11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 t="2760" r="6512" b="16534"/>
          <a:stretch>
            <a:fillRect/>
          </a:stretch>
        </p:blipFill>
        <p:spPr bwMode="auto">
          <a:xfrm>
            <a:off x="0" y="1328420"/>
            <a:ext cx="12801600" cy="6517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11010900" y="4318000"/>
            <a:ext cx="812800" cy="914400"/>
          </a:xfrm>
          <a:prstGeom prst="rect">
            <a:avLst/>
          </a:prstGeom>
          <a:solidFill>
            <a:srgbClr val="0066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307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(15)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1800" y="444500"/>
            <a:ext cx="508000" cy="330200"/>
          </a:xfrm>
          <a:prstGeom prst="rect">
            <a:avLst/>
          </a:prstGeom>
          <a:solidFill>
            <a:srgbClr val="0066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4833" y="372531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MEETING ROOM  - 15 SEATER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8200" y="2057400"/>
            <a:ext cx="825500" cy="1079500"/>
          </a:xfrm>
          <a:prstGeom prst="rect">
            <a:avLst/>
          </a:prstGeom>
          <a:solidFill>
            <a:srgbClr val="FF00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303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(18)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11800" y="2044700"/>
            <a:ext cx="825500" cy="1079500"/>
          </a:xfrm>
          <a:prstGeom prst="rect">
            <a:avLst/>
          </a:prstGeom>
          <a:solidFill>
            <a:srgbClr val="FF00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304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(18)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6230" y="359831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MEETING ROOM  - 18 SEATER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7433" y="402166"/>
            <a:ext cx="461434" cy="342901"/>
          </a:xfrm>
          <a:prstGeom prst="rect">
            <a:avLst/>
          </a:prstGeom>
          <a:solidFill>
            <a:srgbClr val="FF00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021286" y="2024743"/>
            <a:ext cx="2536372" cy="696686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800" b="1" dirty="0">
                <a:solidFill>
                  <a:schemeClr val="tx1"/>
                </a:solidFill>
              </a:rPr>
              <a:t> 11-305A    11-305B     11-305C    11-306A  11-306B    11-306C</a:t>
            </a:r>
            <a:endParaRPr lang="en-IN" sz="800" b="1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043056" y="4572000"/>
            <a:ext cx="3407229" cy="696686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800" dirty="0">
                <a:solidFill>
                  <a:schemeClr val="tx1"/>
                </a:solidFill>
              </a:rPr>
              <a:t>D     C      B      A      D      C      B     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06484" y="6966857"/>
            <a:ext cx="1719946" cy="696686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311 A-B and 310 A-B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1743" y="6302829"/>
            <a:ext cx="642258" cy="1317171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312 A-C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55027" y="402772"/>
            <a:ext cx="544287" cy="348342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516030" y="348945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FACULTY </a:t>
            </a:r>
          </a:p>
          <a:p>
            <a:r>
              <a:rPr lang="en-US" sz="1400" dirty="0"/>
              <a:t>CABINS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9086" y="3701143"/>
            <a:ext cx="3407228" cy="653143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(34)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301		 	  	  302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89914" y="370114"/>
            <a:ext cx="489857" cy="424543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7094458" y="392488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STUDENTS </a:t>
            </a:r>
          </a:p>
          <a:p>
            <a:r>
              <a:rPr lang="en-US" sz="1400" dirty="0"/>
              <a:t>SEATING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32172" y="2721429"/>
            <a:ext cx="2525485" cy="653143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(21)</a:t>
            </a:r>
          </a:p>
          <a:p>
            <a:r>
              <a:rPr lang="en-US" dirty="0">
                <a:solidFill>
                  <a:schemeClr val="tx1"/>
                </a:solidFill>
              </a:rPr>
              <a:t>     305			   306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3058" y="3886200"/>
            <a:ext cx="3396342" cy="653143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	309			       308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(27)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95600" y="6313715"/>
            <a:ext cx="1698171" cy="653143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311 and 310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18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534887" y="4876800"/>
            <a:ext cx="664028" cy="2732315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29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312 - 313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1743" y="4876801"/>
            <a:ext cx="631371" cy="1393370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95600" y="6313714"/>
            <a:ext cx="1719196" cy="1349829"/>
          </a:xfrm>
          <a:prstGeom prst="rect">
            <a:avLst/>
          </a:prstGeom>
          <a:solidFill>
            <a:srgbClr val="FFFF00">
              <a:alpha val="9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n-lt"/>
              </a:rPr>
              <a:t>ME</a:t>
            </a:r>
            <a:endParaRPr lang="en-IN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49086" y="3022600"/>
            <a:ext cx="3407228" cy="678542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				302 </a:t>
            </a:r>
          </a:p>
          <a:p>
            <a:r>
              <a:rPr lang="en-US" sz="1400" dirty="0">
                <a:solidFill>
                  <a:schemeClr val="tx1"/>
                </a:solidFill>
              </a:rPr>
              <a:t>  A        B         C       D         A        B        C	        D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11200" y="2851150"/>
            <a:ext cx="3625850" cy="1619250"/>
          </a:xfrm>
          <a:prstGeom prst="rect">
            <a:avLst/>
          </a:prstGeom>
          <a:solidFill>
            <a:srgbClr val="FFC000">
              <a:alpha val="7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35" name="Rectangle 34"/>
          <p:cNvSpPr/>
          <p:nvPr/>
        </p:nvSpPr>
        <p:spPr>
          <a:xfrm rot="16200000">
            <a:off x="53976" y="5548048"/>
            <a:ext cx="2940050" cy="1417864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MSE</a:t>
            </a:r>
          </a:p>
        </p:txBody>
      </p:sp>
      <p:sp>
        <p:nvSpPr>
          <p:cNvPr id="6" name="Freeform: Shape 5"/>
          <p:cNvSpPr/>
          <p:nvPr/>
        </p:nvSpPr>
        <p:spPr>
          <a:xfrm>
            <a:off x="7026442" y="2015958"/>
            <a:ext cx="3427663" cy="3251200"/>
          </a:xfrm>
          <a:custGeom>
            <a:avLst/>
            <a:gdLst>
              <a:gd name="connsiteX0" fmla="*/ 235284 w 3427663"/>
              <a:gd name="connsiteY0" fmla="*/ 5347 h 3251200"/>
              <a:gd name="connsiteX1" fmla="*/ 0 w 3427663"/>
              <a:gd name="connsiteY1" fmla="*/ 5347 h 3251200"/>
              <a:gd name="connsiteX2" fmla="*/ 0 w 3427663"/>
              <a:gd name="connsiteY2" fmla="*/ 3251200 h 3251200"/>
              <a:gd name="connsiteX3" fmla="*/ 3427663 w 3427663"/>
              <a:gd name="connsiteY3" fmla="*/ 3251200 h 3251200"/>
              <a:gd name="connsiteX4" fmla="*/ 3427663 w 3427663"/>
              <a:gd name="connsiteY4" fmla="*/ 1871579 h 3251200"/>
              <a:gd name="connsiteX5" fmla="*/ 2534653 w 3427663"/>
              <a:gd name="connsiteY5" fmla="*/ 1871579 h 3251200"/>
              <a:gd name="connsiteX6" fmla="*/ 2534653 w 3427663"/>
              <a:gd name="connsiteY6" fmla="*/ 0 h 3251200"/>
              <a:gd name="connsiteX7" fmla="*/ 235284 w 3427663"/>
              <a:gd name="connsiteY7" fmla="*/ 5347 h 325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7663" h="3251200">
                <a:moveTo>
                  <a:pt x="235284" y="5347"/>
                </a:moveTo>
                <a:lnTo>
                  <a:pt x="0" y="5347"/>
                </a:lnTo>
                <a:lnTo>
                  <a:pt x="0" y="3251200"/>
                </a:lnTo>
                <a:lnTo>
                  <a:pt x="3427663" y="3251200"/>
                </a:lnTo>
                <a:lnTo>
                  <a:pt x="3427663" y="1871579"/>
                </a:lnTo>
                <a:lnTo>
                  <a:pt x="2534653" y="1871579"/>
                </a:lnTo>
                <a:lnTo>
                  <a:pt x="2534653" y="0"/>
                </a:lnTo>
                <a:lnTo>
                  <a:pt x="235284" y="5347"/>
                </a:lnTo>
                <a:close/>
              </a:path>
            </a:pathLst>
          </a:custGeom>
          <a:solidFill>
            <a:srgbClr val="3EB489">
              <a:alpha val="75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MSE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(14F, 48S)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192645" y="8427720"/>
            <a:ext cx="45707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(Official allocation to Design and ME is pending approval)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566910" y="8746822"/>
            <a:ext cx="2987040" cy="511175"/>
          </a:xfrm>
          <a:prstGeom prst="rect">
            <a:avLst/>
          </a:prstGeom>
        </p:spPr>
        <p:txBody>
          <a:bodyPr/>
          <a:lstStyle/>
          <a:p>
            <a:fld id="{E1FAAC2C-E9A6-476D-907D-74B1DF7E008B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775700" y="-25400"/>
            <a:ext cx="402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3RD FLOOR PLAN – BLOCK 11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 t="3335" r="9710" b="16615"/>
          <a:stretch>
            <a:fillRect/>
          </a:stretch>
        </p:blipFill>
        <p:spPr bwMode="auto">
          <a:xfrm>
            <a:off x="0" y="952500"/>
            <a:ext cx="12801600" cy="6695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7238999" y="1709057"/>
            <a:ext cx="2645229" cy="696686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900" b="1" dirty="0">
                <a:solidFill>
                  <a:schemeClr val="tx1"/>
                </a:solidFill>
              </a:rPr>
              <a:t>11-401A  11-401B   11-401C   11-401D  11-401E   11-401F</a:t>
            </a:r>
          </a:p>
          <a:p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60770" y="4256314"/>
            <a:ext cx="3494316" cy="696686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900" b="1" dirty="0">
                <a:solidFill>
                  <a:schemeClr val="tx1"/>
                </a:solidFill>
              </a:rPr>
              <a:t>11-401H  11-403G 11-403F   11-403E   11-403D  11-403C   11-403B  11-403A</a:t>
            </a:r>
          </a:p>
        </p:txBody>
      </p:sp>
      <p:sp>
        <p:nvSpPr>
          <p:cNvPr id="8" name="Rectangle 7"/>
          <p:cNvSpPr/>
          <p:nvPr/>
        </p:nvSpPr>
        <p:spPr>
          <a:xfrm>
            <a:off x="7249886" y="2405743"/>
            <a:ext cx="2634343" cy="653143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401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(22)</a:t>
            </a:r>
          </a:p>
        </p:txBody>
      </p:sp>
      <p:sp>
        <p:nvSpPr>
          <p:cNvPr id="9" name="Rectangle 8"/>
          <p:cNvSpPr/>
          <p:nvPr/>
        </p:nvSpPr>
        <p:spPr>
          <a:xfrm>
            <a:off x="7271655" y="3570514"/>
            <a:ext cx="3494315" cy="653143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403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(33)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353800" y="4024085"/>
            <a:ext cx="861785" cy="914400"/>
          </a:xfrm>
          <a:prstGeom prst="rect">
            <a:avLst/>
          </a:prstGeom>
          <a:solidFill>
            <a:srgbClr val="0066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402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(15)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38999" y="4223656"/>
            <a:ext cx="3526971" cy="742951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Faculty Affairs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260771" y="1709057"/>
            <a:ext cx="1325880" cy="1349829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Ctr for Res Comm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605010" y="8934450"/>
            <a:ext cx="2987040" cy="511175"/>
          </a:xfrm>
          <a:prstGeom prst="rect">
            <a:avLst/>
          </a:prstGeom>
        </p:spPr>
        <p:txBody>
          <a:bodyPr/>
          <a:lstStyle/>
          <a:p>
            <a:fld id="{E1FAAC2C-E9A6-476D-907D-74B1DF7E008B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775700" y="0"/>
            <a:ext cx="402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GROUND FLOOR PLAN – BLOCK 12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 l="2392" t="5171" r="8788" b="23730"/>
          <a:stretch>
            <a:fillRect/>
          </a:stretch>
        </p:blipFill>
        <p:spPr bwMode="auto">
          <a:xfrm>
            <a:off x="0" y="1181099"/>
            <a:ext cx="12801600" cy="6032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859341" y="2604988"/>
            <a:ext cx="3494314" cy="1545772"/>
          </a:xfrm>
          <a:prstGeom prst="rect">
            <a:avLst/>
          </a:prstGeom>
          <a:solidFill>
            <a:srgbClr val="ED9121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12-101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9686" y="4593771"/>
            <a:ext cx="3646714" cy="1545772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/>
              <a:t>12-109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596742" y="4058557"/>
            <a:ext cx="850900" cy="1409700"/>
          </a:xfrm>
          <a:prstGeom prst="rect">
            <a:avLst/>
          </a:prstGeom>
          <a:solidFill>
            <a:srgbClr val="9733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000" b="1">
                <a:solidFill>
                  <a:schemeClr val="tx1"/>
                </a:solidFill>
              </a:rPr>
              <a:t>12-108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511143" y="4058557"/>
            <a:ext cx="850900" cy="1409700"/>
          </a:xfrm>
          <a:prstGeom prst="rect">
            <a:avLst/>
          </a:prstGeom>
          <a:solidFill>
            <a:srgbClr val="9733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000" b="1">
                <a:solidFill>
                  <a:schemeClr val="tx1"/>
                </a:solidFill>
              </a:rPr>
              <a:t>12-107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425543" y="4058557"/>
            <a:ext cx="850900" cy="1409700"/>
          </a:xfrm>
          <a:prstGeom prst="rect">
            <a:avLst/>
          </a:prstGeom>
          <a:solidFill>
            <a:srgbClr val="9733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000" b="1">
                <a:solidFill>
                  <a:schemeClr val="tx1"/>
                </a:solidFill>
              </a:rPr>
              <a:t>12-106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329057" y="4058557"/>
            <a:ext cx="850900" cy="1409700"/>
          </a:xfrm>
          <a:prstGeom prst="rect">
            <a:avLst/>
          </a:prstGeom>
          <a:solidFill>
            <a:srgbClr val="9733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000" b="1">
                <a:solidFill>
                  <a:schemeClr val="tx1"/>
                </a:solidFill>
              </a:rPr>
              <a:t>12-105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607627" y="2191095"/>
            <a:ext cx="850900" cy="1409700"/>
          </a:xfrm>
          <a:prstGeom prst="rect">
            <a:avLst/>
          </a:prstGeom>
          <a:solidFill>
            <a:srgbClr val="9733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000" b="1" dirty="0">
                <a:solidFill>
                  <a:schemeClr val="tx1"/>
                </a:solidFill>
              </a:rPr>
              <a:t>12-102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22028" y="2175329"/>
            <a:ext cx="850900" cy="1409700"/>
          </a:xfrm>
          <a:prstGeom prst="rect">
            <a:avLst/>
          </a:prstGeom>
          <a:solidFill>
            <a:srgbClr val="9733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000" b="1">
                <a:solidFill>
                  <a:schemeClr val="tx1"/>
                </a:solidFill>
              </a:rPr>
              <a:t>12-103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436429" y="2175329"/>
            <a:ext cx="850900" cy="1409700"/>
          </a:xfrm>
          <a:prstGeom prst="rect">
            <a:avLst/>
          </a:prstGeom>
          <a:solidFill>
            <a:srgbClr val="9733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000" b="1">
                <a:solidFill>
                  <a:schemeClr val="tx1"/>
                </a:solidFill>
              </a:rPr>
              <a:t>12-104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247900" y="449943"/>
            <a:ext cx="444500" cy="304800"/>
          </a:xfrm>
          <a:prstGeom prst="rect">
            <a:avLst/>
          </a:prstGeom>
          <a:solidFill>
            <a:srgbClr val="9733D5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781300" y="449943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DARK LAB - HEAVY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18700" y="2787687"/>
            <a:ext cx="334433" cy="319580"/>
          </a:xfrm>
          <a:prstGeom prst="rect">
            <a:avLst/>
          </a:prstGeom>
          <a:solidFill>
            <a:srgbClr val="9733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606576" y="2193018"/>
            <a:ext cx="3646557" cy="3257551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583964" y="8895306"/>
            <a:ext cx="2987040" cy="511175"/>
          </a:xfrm>
          <a:prstGeom prst="rect">
            <a:avLst/>
          </a:prstGeom>
        </p:spPr>
        <p:txBody>
          <a:bodyPr/>
          <a:lstStyle/>
          <a:p>
            <a:fld id="{E1FAAC2C-E9A6-476D-907D-74B1DF7E008B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685530" y="0"/>
            <a:ext cx="402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1ST FLOOR PLAN – BLOCK 12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 l="2590" t="6312" r="7626" b="27599"/>
          <a:stretch>
            <a:fillRect/>
          </a:stretch>
        </p:blipFill>
        <p:spPr bwMode="auto">
          <a:xfrm>
            <a:off x="1" y="1569720"/>
            <a:ext cx="12801600" cy="5477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6469743" y="2469242"/>
            <a:ext cx="850900" cy="1409700"/>
          </a:xfrm>
          <a:prstGeom prst="rect">
            <a:avLst/>
          </a:prstGeom>
          <a:solidFill>
            <a:srgbClr val="37D13B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000" b="1" dirty="0">
                <a:solidFill>
                  <a:schemeClr val="tx1"/>
                </a:solidFill>
              </a:rPr>
              <a:t>12-201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62372" y="2458356"/>
            <a:ext cx="850900" cy="1409700"/>
          </a:xfrm>
          <a:prstGeom prst="rect">
            <a:avLst/>
          </a:prstGeom>
          <a:solidFill>
            <a:srgbClr val="37D13B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000" b="1">
                <a:solidFill>
                  <a:schemeClr val="tx1"/>
                </a:solidFill>
              </a:rPr>
              <a:t>12-202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76773" y="2458356"/>
            <a:ext cx="850900" cy="1409700"/>
          </a:xfrm>
          <a:prstGeom prst="rect">
            <a:avLst/>
          </a:prstGeom>
          <a:solidFill>
            <a:srgbClr val="37D13B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000" b="1">
                <a:solidFill>
                  <a:schemeClr val="tx1"/>
                </a:solidFill>
              </a:rPr>
              <a:t>12-203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58857" y="4319813"/>
            <a:ext cx="850900" cy="1409700"/>
          </a:xfrm>
          <a:prstGeom prst="rect">
            <a:avLst/>
          </a:prstGeom>
          <a:solidFill>
            <a:srgbClr val="37D13B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000" b="1">
                <a:solidFill>
                  <a:schemeClr val="tx1"/>
                </a:solidFill>
              </a:rPr>
              <a:t>12-208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73257" y="4298042"/>
            <a:ext cx="850900" cy="1409700"/>
          </a:xfrm>
          <a:prstGeom prst="rect">
            <a:avLst/>
          </a:prstGeom>
          <a:solidFill>
            <a:srgbClr val="37D13B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000" b="1">
                <a:solidFill>
                  <a:schemeClr val="tx1"/>
                </a:solidFill>
              </a:rPr>
              <a:t>12-207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76771" y="4308928"/>
            <a:ext cx="850900" cy="1409700"/>
          </a:xfrm>
          <a:prstGeom prst="rect">
            <a:avLst/>
          </a:prstGeom>
          <a:solidFill>
            <a:srgbClr val="37D13B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000" b="1">
                <a:solidFill>
                  <a:schemeClr val="tx1"/>
                </a:solidFill>
              </a:rPr>
              <a:t>12-206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58514" y="4319814"/>
            <a:ext cx="850900" cy="1409700"/>
          </a:xfrm>
          <a:prstGeom prst="rect">
            <a:avLst/>
          </a:prstGeom>
          <a:solidFill>
            <a:srgbClr val="37D13B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000" b="1" dirty="0">
                <a:solidFill>
                  <a:schemeClr val="tx1"/>
                </a:solidFill>
              </a:rPr>
              <a:t>12-205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19100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DARK LAB - LIGHT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6700" y="482600"/>
            <a:ext cx="444500" cy="355600"/>
          </a:xfrm>
          <a:prstGeom prst="rect">
            <a:avLst/>
          </a:prstGeom>
          <a:solidFill>
            <a:srgbClr val="37D13B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033000" y="4991100"/>
            <a:ext cx="901700" cy="698500"/>
          </a:xfrm>
          <a:prstGeom prst="rect">
            <a:avLst/>
          </a:prstGeom>
          <a:solidFill>
            <a:srgbClr val="00FFFF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000" b="1" dirty="0">
                <a:solidFill>
                  <a:schemeClr val="tx1"/>
                </a:solidFill>
              </a:rPr>
              <a:t>12-204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(12)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7900" y="469900"/>
            <a:ext cx="596900" cy="406400"/>
          </a:xfrm>
          <a:prstGeom prst="rect">
            <a:avLst/>
          </a:prstGeom>
          <a:solidFill>
            <a:srgbClr val="00FFFF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953656" y="386440"/>
            <a:ext cx="208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MEETING ROOM – </a:t>
            </a:r>
          </a:p>
          <a:p>
            <a:r>
              <a:rPr lang="en-US" sz="1400" dirty="0"/>
              <a:t>12 SEATER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1622" y="2469242"/>
            <a:ext cx="2692400" cy="3271157"/>
          </a:xfrm>
          <a:prstGeom prst="rect">
            <a:avLst/>
          </a:prstGeom>
          <a:solidFill>
            <a:schemeClr val="bg1">
              <a:lumMod val="75000"/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4400" dirty="0" err="1">
                <a:solidFill>
                  <a:schemeClr val="tx1"/>
                </a:solidFill>
              </a:rPr>
              <a:t>Earth Sc</a:t>
            </a:r>
            <a:endParaRPr lang="en-IN" sz="4400" dirty="0"/>
          </a:p>
        </p:txBody>
      </p:sp>
      <p:sp>
        <p:nvSpPr>
          <p:cNvPr id="18" name="Rectangle 17"/>
          <p:cNvSpPr/>
          <p:nvPr/>
        </p:nvSpPr>
        <p:spPr>
          <a:xfrm>
            <a:off x="9197522" y="4291490"/>
            <a:ext cx="1889578" cy="1518759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662160" y="8896277"/>
            <a:ext cx="2987040" cy="511175"/>
          </a:xfrm>
          <a:prstGeom prst="rect">
            <a:avLst/>
          </a:prstGeom>
        </p:spPr>
        <p:txBody>
          <a:bodyPr/>
          <a:lstStyle/>
          <a:p>
            <a:fld id="{E1FAAC2C-E9A6-476D-907D-74B1DF7E008B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623300" y="0"/>
            <a:ext cx="402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2ND FLOOR PLAN – BLOCK 12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 l="2380" t="7020" r="6436" b="28879"/>
          <a:stretch>
            <a:fillRect/>
          </a:stretch>
        </p:blipFill>
        <p:spPr bwMode="auto">
          <a:xfrm>
            <a:off x="0" y="1714501"/>
            <a:ext cx="12801600" cy="5269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9956798" y="5072742"/>
            <a:ext cx="830945" cy="674915"/>
          </a:xfrm>
          <a:prstGeom prst="rect">
            <a:avLst/>
          </a:prstGeom>
          <a:solidFill>
            <a:srgbClr val="00FFFF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000" b="1" dirty="0">
                <a:solidFill>
                  <a:schemeClr val="tx1"/>
                </a:solidFill>
              </a:rPr>
              <a:t>12-304</a:t>
            </a:r>
          </a:p>
          <a:p>
            <a:endParaRPr lang="en-US" sz="1000" b="1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(12)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11685" y="2514600"/>
            <a:ext cx="2645229" cy="696686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900" b="1" dirty="0">
                <a:solidFill>
                  <a:schemeClr val="tx1"/>
                </a:solidFill>
              </a:rPr>
              <a:t>12-302A  12-302B  12-302C   12-303A 12-303B   12-303C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27106" y="5101673"/>
            <a:ext cx="3494316" cy="656869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900" b="1" dirty="0">
                <a:solidFill>
                  <a:schemeClr val="tx1"/>
                </a:solidFill>
              </a:rPr>
              <a:t>12-306D 12-306C  12-306B  12-306A  12-305D  12-305C   12-305B  12-305A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2572" y="3211286"/>
            <a:ext cx="2634343" cy="720175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33457" y="4381499"/>
            <a:ext cx="3494315" cy="720174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31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4902200"/>
            <a:ext cx="897467" cy="482600"/>
          </a:xfrm>
          <a:prstGeom prst="rect">
            <a:avLst/>
          </a:prstGeom>
          <a:solidFill>
            <a:srgbClr val="FFC0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900" b="1" dirty="0">
                <a:solidFill>
                  <a:schemeClr val="tx1"/>
                </a:solidFill>
              </a:rPr>
              <a:t>12-308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(11)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4933" y="5418666"/>
            <a:ext cx="897467" cy="482600"/>
          </a:xfrm>
          <a:prstGeom prst="rect">
            <a:avLst/>
          </a:prstGeom>
          <a:solidFill>
            <a:srgbClr val="FFC0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900" b="1" dirty="0">
                <a:solidFill>
                  <a:schemeClr val="tx1"/>
                </a:solidFill>
              </a:rPr>
              <a:t>12-307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(11)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166" y="3429000"/>
            <a:ext cx="867833" cy="939800"/>
          </a:xfrm>
          <a:prstGeom prst="rect">
            <a:avLst/>
          </a:prstGeom>
          <a:solidFill>
            <a:srgbClr val="0066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000" b="1" dirty="0">
                <a:solidFill>
                  <a:schemeClr val="tx1"/>
                </a:solidFill>
              </a:rPr>
              <a:t>12-301</a:t>
            </a:r>
          </a:p>
          <a:p>
            <a:endParaRPr lang="en-US" sz="1000" b="1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(15)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600" y="4381499"/>
            <a:ext cx="3609523" cy="1377044"/>
          </a:xfrm>
          <a:prstGeom prst="rect">
            <a:avLst/>
          </a:prstGeom>
          <a:solidFill>
            <a:srgbClr val="0C0B1D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Elect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2524" y="2531532"/>
            <a:ext cx="1334390" cy="696686"/>
          </a:xfrm>
          <a:prstGeom prst="rect">
            <a:avLst/>
          </a:prstGeom>
          <a:solidFill>
            <a:srgbClr val="D70040">
              <a:alpha val="9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399909" y="2531532"/>
            <a:ext cx="1334390" cy="696686"/>
          </a:xfrm>
          <a:prstGeom prst="rect">
            <a:avLst/>
          </a:prstGeom>
          <a:solidFill>
            <a:schemeClr val="accent2">
              <a:lumMod val="20000"/>
              <a:lumOff val="8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Cog Sci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624060" y="8897123"/>
            <a:ext cx="2987040" cy="511175"/>
          </a:xfrm>
          <a:prstGeom prst="rect">
            <a:avLst/>
          </a:prstGeom>
        </p:spPr>
        <p:txBody>
          <a:bodyPr/>
          <a:lstStyle/>
          <a:p>
            <a:fld id="{E1FAAC2C-E9A6-476D-907D-74B1DF7E008B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854440" y="0"/>
            <a:ext cx="402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3RD FLOOR PLAN – BLOCK 12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 l="1909" t="7195" r="10894" b="28053"/>
          <a:stretch>
            <a:fillRect/>
          </a:stretch>
        </p:blipFill>
        <p:spPr bwMode="auto">
          <a:xfrm>
            <a:off x="0" y="1818623"/>
            <a:ext cx="12801600" cy="525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0120990" y="4997116"/>
            <a:ext cx="830945" cy="870860"/>
          </a:xfrm>
          <a:prstGeom prst="rect">
            <a:avLst/>
          </a:prstGeom>
          <a:solidFill>
            <a:srgbClr val="00FFFF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1400" dirty="0">
                <a:solidFill>
                  <a:schemeClr val="tx1"/>
                </a:solidFill>
              </a:rPr>
              <a:t>12-404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6128" y="2656688"/>
            <a:ext cx="2645229" cy="696686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403A-C and D-F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7899" y="5203945"/>
            <a:ext cx="3494316" cy="696686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59346" y="3353374"/>
            <a:ext cx="1322012" cy="653143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Earth Sci (12 seats)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68784" y="4539917"/>
            <a:ext cx="3494315" cy="653143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34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91443" y="2972374"/>
            <a:ext cx="2223408" cy="696686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291442" y="5889746"/>
            <a:ext cx="2688772" cy="696686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280557" y="3690831"/>
            <a:ext cx="2677886" cy="2188027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34S</a:t>
            </a:r>
          </a:p>
          <a:p>
            <a:pPr algn="ctr"/>
            <a:endParaRPr lang="en-US" sz="2800" dirty="0">
              <a:solidFill>
                <a:schemeClr val="tx1"/>
              </a:solidFill>
            </a:endParaRPr>
          </a:p>
          <a:p>
            <a:pPr algn="ctr"/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 31S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3786" y="556986"/>
            <a:ext cx="495300" cy="324757"/>
          </a:xfrm>
          <a:prstGeom prst="rect">
            <a:avLst/>
          </a:prstGeom>
          <a:solidFill>
            <a:srgbClr val="00FFFF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950684" y="538839"/>
            <a:ext cx="208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MEETING ROOM – </a:t>
            </a:r>
          </a:p>
          <a:p>
            <a:r>
              <a:rPr lang="en-US" sz="1400" dirty="0"/>
              <a:t>12 SEATER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71056" y="587829"/>
            <a:ext cx="446316" cy="293914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957887" y="490459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FACULTY </a:t>
            </a:r>
          </a:p>
          <a:p>
            <a:r>
              <a:rPr lang="en-US" sz="1400" dirty="0"/>
              <a:t>CABINS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05942" y="555171"/>
            <a:ext cx="468087" cy="304801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4590744" y="512231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STUDENTS </a:t>
            </a:r>
          </a:p>
          <a:p>
            <a:r>
              <a:rPr lang="en-US" sz="1400" dirty="0"/>
              <a:t>SEATING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0512" y="471106"/>
            <a:ext cx="208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MEETING ROOM – </a:t>
            </a:r>
          </a:p>
          <a:p>
            <a:r>
              <a:rPr lang="en-US" sz="1400" dirty="0"/>
              <a:t>15 SEATER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599" y="3515447"/>
            <a:ext cx="867833" cy="999067"/>
          </a:xfrm>
          <a:prstGeom prst="rect">
            <a:avLst/>
          </a:prstGeom>
          <a:solidFill>
            <a:srgbClr val="0066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599" y="5056381"/>
            <a:ext cx="867833" cy="999067"/>
          </a:xfrm>
          <a:prstGeom prst="rect">
            <a:avLst/>
          </a:prstGeom>
          <a:solidFill>
            <a:srgbClr val="0066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407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651501" y="558802"/>
            <a:ext cx="444500" cy="296331"/>
          </a:xfrm>
          <a:prstGeom prst="rect">
            <a:avLst/>
          </a:prstGeom>
          <a:solidFill>
            <a:srgbClr val="0066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370232" y="2651246"/>
            <a:ext cx="1322011" cy="696686"/>
          </a:xfrm>
          <a:prstGeom prst="rect">
            <a:avLst/>
          </a:prstGeom>
          <a:solidFill>
            <a:schemeClr val="accent1">
              <a:lumMod val="60000"/>
              <a:lumOff val="40000"/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Earth Sci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75492" y="2650062"/>
            <a:ext cx="1283854" cy="696686"/>
          </a:xfrm>
          <a:prstGeom prst="rect">
            <a:avLst/>
          </a:prstGeom>
          <a:solidFill>
            <a:srgbClr val="ED9121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Civil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004376" y="4553280"/>
            <a:ext cx="4054930" cy="661550"/>
          </a:xfrm>
          <a:prstGeom prst="rect">
            <a:avLst/>
          </a:prstGeom>
          <a:solidFill>
            <a:srgbClr val="BE9B7B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Future CSE (50%) + Maritime </a:t>
            </a:r>
            <a:r>
              <a:rPr lang="en-US" dirty="0" err="1">
                <a:solidFill>
                  <a:schemeClr val="tx1"/>
                </a:solidFill>
              </a:rPr>
              <a:t>Engg</a:t>
            </a:r>
            <a:r>
              <a:rPr lang="en-US" dirty="0">
                <a:solidFill>
                  <a:schemeClr val="tx1"/>
                </a:solidFill>
              </a:rPr>
              <a:t> (50%)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Freeform: Shape 1"/>
          <p:cNvSpPr/>
          <p:nvPr/>
        </p:nvSpPr>
        <p:spPr>
          <a:xfrm>
            <a:off x="1366751" y="2938330"/>
            <a:ext cx="3599411" cy="3632661"/>
          </a:xfrm>
          <a:custGeom>
            <a:avLst/>
            <a:gdLst>
              <a:gd name="connsiteX0" fmla="*/ 0 w 3599411"/>
              <a:gd name="connsiteY0" fmla="*/ 1604356 h 3632661"/>
              <a:gd name="connsiteX1" fmla="*/ 0 w 3599411"/>
              <a:gd name="connsiteY1" fmla="*/ 556952 h 3632661"/>
              <a:gd name="connsiteX2" fmla="*/ 906087 w 3599411"/>
              <a:gd name="connsiteY2" fmla="*/ 556952 h 3632661"/>
              <a:gd name="connsiteX3" fmla="*/ 906087 w 3599411"/>
              <a:gd name="connsiteY3" fmla="*/ 0 h 3632661"/>
              <a:gd name="connsiteX4" fmla="*/ 3150524 w 3599411"/>
              <a:gd name="connsiteY4" fmla="*/ 0 h 3632661"/>
              <a:gd name="connsiteX5" fmla="*/ 3150524 w 3599411"/>
              <a:gd name="connsiteY5" fmla="*/ 756458 h 3632661"/>
              <a:gd name="connsiteX6" fmla="*/ 3599411 w 3599411"/>
              <a:gd name="connsiteY6" fmla="*/ 756458 h 3632661"/>
              <a:gd name="connsiteX7" fmla="*/ 3599411 w 3599411"/>
              <a:gd name="connsiteY7" fmla="*/ 3632661 h 3632661"/>
              <a:gd name="connsiteX8" fmla="*/ 906087 w 3599411"/>
              <a:gd name="connsiteY8" fmla="*/ 3632661 h 3632661"/>
              <a:gd name="connsiteX9" fmla="*/ 906087 w 3599411"/>
              <a:gd name="connsiteY9" fmla="*/ 1571105 h 3632661"/>
              <a:gd name="connsiteX10" fmla="*/ 0 w 3599411"/>
              <a:gd name="connsiteY10" fmla="*/ 1604356 h 363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99411" h="3632661">
                <a:moveTo>
                  <a:pt x="0" y="1604356"/>
                </a:moveTo>
                <a:lnTo>
                  <a:pt x="0" y="556952"/>
                </a:lnTo>
                <a:lnTo>
                  <a:pt x="906087" y="556952"/>
                </a:lnTo>
                <a:lnTo>
                  <a:pt x="906087" y="0"/>
                </a:lnTo>
                <a:lnTo>
                  <a:pt x="3150524" y="0"/>
                </a:lnTo>
                <a:lnTo>
                  <a:pt x="3150524" y="756458"/>
                </a:lnTo>
                <a:lnTo>
                  <a:pt x="3599411" y="756458"/>
                </a:lnTo>
                <a:lnTo>
                  <a:pt x="3599411" y="3632661"/>
                </a:lnTo>
                <a:lnTo>
                  <a:pt x="906087" y="3632661"/>
                </a:lnTo>
                <a:lnTo>
                  <a:pt x="906087" y="1571105"/>
                </a:lnTo>
                <a:lnTo>
                  <a:pt x="0" y="160435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	402(A-E)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		Earth Sci (11F, 65S)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		406(A-F)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54603" y="5213341"/>
            <a:ext cx="1857375" cy="661550"/>
          </a:xfrm>
          <a:prstGeom prst="rect">
            <a:avLst/>
          </a:prstGeom>
          <a:solidFill>
            <a:srgbClr val="BE9B7B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Future CSE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16059" y="5215017"/>
            <a:ext cx="2143247" cy="661550"/>
          </a:xfrm>
          <a:prstGeom prst="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Maritime </a:t>
            </a:r>
            <a:r>
              <a:rPr lang="en-US" dirty="0" err="1">
                <a:solidFill>
                  <a:schemeClr val="tx1"/>
                </a:solidFill>
              </a:rPr>
              <a:t>Engg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405 A-D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7192645" y="8427720"/>
            <a:ext cx="45707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(Official allocation to Maritime Engg for student seating space is pending approval)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E688C3-DA07-1B6F-3DCF-13BA678BD4F2}"/>
              </a:ext>
            </a:extLst>
          </p:cNvPr>
          <p:cNvSpPr/>
          <p:nvPr/>
        </p:nvSpPr>
        <p:spPr>
          <a:xfrm>
            <a:off x="6068694" y="3342488"/>
            <a:ext cx="1283854" cy="696686"/>
          </a:xfrm>
          <a:prstGeom prst="rect">
            <a:avLst/>
          </a:prstGeom>
          <a:solidFill>
            <a:srgbClr val="ED9121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10 seats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718858" y="8952588"/>
            <a:ext cx="2987040" cy="511175"/>
          </a:xfrm>
          <a:prstGeom prst="rect">
            <a:avLst/>
          </a:prstGeom>
        </p:spPr>
        <p:txBody>
          <a:bodyPr/>
          <a:lstStyle/>
          <a:p>
            <a:fld id="{E1FAAC2C-E9A6-476D-907D-74B1DF7E008B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775700" y="0"/>
            <a:ext cx="402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GROUND FLOOR PLAN – BLOCK 13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 l="4103" t="5010" r="9179" b="17739"/>
          <a:stretch>
            <a:fillRect/>
          </a:stretch>
        </p:blipFill>
        <p:spPr bwMode="auto">
          <a:xfrm>
            <a:off x="27537" y="2200275"/>
            <a:ext cx="12735963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906486" y="5225143"/>
            <a:ext cx="566057" cy="914400"/>
          </a:xfrm>
          <a:prstGeom prst="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123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5200" y="5214257"/>
            <a:ext cx="566057" cy="914400"/>
          </a:xfrm>
          <a:prstGeom prst="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122</a:t>
            </a:r>
          </a:p>
        </p:txBody>
      </p:sp>
      <p:sp>
        <p:nvSpPr>
          <p:cNvPr id="8" name="Rectangle 7"/>
          <p:cNvSpPr/>
          <p:nvPr/>
        </p:nvSpPr>
        <p:spPr>
          <a:xfrm>
            <a:off x="1124857" y="5239657"/>
            <a:ext cx="551543" cy="714829"/>
          </a:xfrm>
          <a:prstGeom prst="rect">
            <a:avLst/>
          </a:prstGeom>
          <a:solidFill>
            <a:srgbClr val="2D1EEA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126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12685" y="5250544"/>
            <a:ext cx="551543" cy="714829"/>
          </a:xfrm>
          <a:prstGeom prst="rect">
            <a:avLst/>
          </a:prstGeom>
          <a:solidFill>
            <a:srgbClr val="2D1EEA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11399" y="5239658"/>
            <a:ext cx="551543" cy="714829"/>
          </a:xfrm>
          <a:prstGeom prst="rect">
            <a:avLst/>
          </a:prstGeom>
          <a:solidFill>
            <a:srgbClr val="2D1EEA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61114" y="3929743"/>
            <a:ext cx="566057" cy="947057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59828" y="3918857"/>
            <a:ext cx="566057" cy="947057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47657" y="3929742"/>
            <a:ext cx="566057" cy="947057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104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46371" y="3918856"/>
            <a:ext cx="566057" cy="947057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105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TEM Sample Prep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41771" y="3635828"/>
            <a:ext cx="566057" cy="947057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106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XRD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0485" y="3624942"/>
            <a:ext cx="566057" cy="947057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107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XRD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8314" y="3635827"/>
            <a:ext cx="566057" cy="947057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27028" y="3624941"/>
            <a:ext cx="566057" cy="947057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109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NMR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0886" y="4865914"/>
            <a:ext cx="566057" cy="947057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Elect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4865914"/>
            <a:ext cx="566057" cy="947057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17429" y="4865913"/>
            <a:ext cx="566057" cy="947057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6143" y="4865913"/>
            <a:ext cx="566057" cy="947057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14857" y="3635827"/>
            <a:ext cx="566057" cy="947057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110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PPMS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3972" y="4876799"/>
            <a:ext cx="566057" cy="947057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114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UTM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59829" y="5192486"/>
            <a:ext cx="566057" cy="947057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58543" y="5192486"/>
            <a:ext cx="566057" cy="947057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119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SEM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46372" y="5192485"/>
            <a:ext cx="566057" cy="947057"/>
          </a:xfrm>
          <a:prstGeom prst="rect">
            <a:avLst/>
          </a:prstGeom>
          <a:solidFill>
            <a:srgbClr val="2E75B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118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Micro 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223171" y="3363685"/>
            <a:ext cx="566057" cy="947057"/>
          </a:xfrm>
          <a:prstGeom prst="rect">
            <a:avLst/>
          </a:prstGeom>
          <a:solidFill>
            <a:srgbClr val="FF9933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419100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DRY LAB - HEAVY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1000" y="406400"/>
            <a:ext cx="208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20 CAPACITY </a:t>
            </a:r>
          </a:p>
          <a:p>
            <a:r>
              <a:rPr lang="en-US" sz="1400" dirty="0"/>
              <a:t>CLASSROOM 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66700" y="482600"/>
            <a:ext cx="444500" cy="355600"/>
          </a:xfrm>
          <a:prstGeom prst="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298700" y="431800"/>
            <a:ext cx="508000" cy="355600"/>
          </a:xfrm>
          <a:prstGeom prst="rect">
            <a:avLst/>
          </a:prstGeom>
          <a:solidFill>
            <a:srgbClr val="2D1EEA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760687" y="395514"/>
            <a:ext cx="208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WET LABS – </a:t>
            </a:r>
          </a:p>
          <a:p>
            <a:r>
              <a:rPr lang="en-US" sz="1400" dirty="0"/>
              <a:t>HEAVY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138387" y="420914"/>
            <a:ext cx="508000" cy="355600"/>
          </a:xfrm>
          <a:prstGeom prst="rect">
            <a:avLst/>
          </a:prstGeom>
          <a:solidFill>
            <a:schemeClr val="accent5">
              <a:lumMod val="75000"/>
              <a:alpha val="5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5803900" y="464457"/>
            <a:ext cx="508000" cy="355600"/>
          </a:xfrm>
          <a:prstGeom prst="rect">
            <a:avLst/>
          </a:prstGeom>
          <a:solidFill>
            <a:srgbClr val="FF9933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6317340" y="439057"/>
            <a:ext cx="208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CONFERENCE ROOM –</a:t>
            </a:r>
          </a:p>
          <a:p>
            <a:r>
              <a:rPr lang="en-US" sz="1400" dirty="0"/>
              <a:t>23 SEATER 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655959" y="464457"/>
            <a:ext cx="208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MEETING ROOM –</a:t>
            </a:r>
          </a:p>
          <a:p>
            <a:r>
              <a:rPr lang="en-US" sz="1400" dirty="0"/>
              <a:t>15 SEATER 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1832167" y="5164665"/>
            <a:ext cx="563034" cy="651935"/>
          </a:xfrm>
          <a:prstGeom prst="rect">
            <a:avLst/>
          </a:prstGeom>
          <a:solidFill>
            <a:srgbClr val="0066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93914" y="491066"/>
            <a:ext cx="486833" cy="364068"/>
          </a:xfrm>
          <a:prstGeom prst="rect">
            <a:avLst/>
          </a:prstGeom>
          <a:solidFill>
            <a:srgbClr val="0066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43"/>
          <p:cNvSpPr/>
          <p:nvPr/>
        </p:nvSpPr>
        <p:spPr>
          <a:xfrm>
            <a:off x="671945" y="2382982"/>
            <a:ext cx="2667000" cy="2500745"/>
          </a:xfrm>
          <a:custGeom>
            <a:avLst/>
            <a:gdLst>
              <a:gd name="connsiteX0" fmla="*/ 2667000 w 2667000"/>
              <a:gd name="connsiteY0" fmla="*/ 2493818 h 2500745"/>
              <a:gd name="connsiteX1" fmla="*/ 2660073 w 2667000"/>
              <a:gd name="connsiteY1" fmla="*/ 949036 h 2500745"/>
              <a:gd name="connsiteX2" fmla="*/ 2202873 w 2667000"/>
              <a:gd name="connsiteY2" fmla="*/ 942109 h 2500745"/>
              <a:gd name="connsiteX3" fmla="*/ 2202873 w 2667000"/>
              <a:gd name="connsiteY3" fmla="*/ 0 h 2500745"/>
              <a:gd name="connsiteX4" fmla="*/ 0 w 2667000"/>
              <a:gd name="connsiteY4" fmla="*/ 6927 h 2500745"/>
              <a:gd name="connsiteX5" fmla="*/ 6928 w 2667000"/>
              <a:gd name="connsiteY5" fmla="*/ 1738745 h 2500745"/>
              <a:gd name="connsiteX6" fmla="*/ 27710 w 2667000"/>
              <a:gd name="connsiteY6" fmla="*/ 1773382 h 2500745"/>
              <a:gd name="connsiteX7" fmla="*/ 1981200 w 2667000"/>
              <a:gd name="connsiteY7" fmla="*/ 1773382 h 2500745"/>
              <a:gd name="connsiteX8" fmla="*/ 1988128 w 2667000"/>
              <a:gd name="connsiteY8" fmla="*/ 2500745 h 2500745"/>
              <a:gd name="connsiteX9" fmla="*/ 2667000 w 2667000"/>
              <a:gd name="connsiteY9" fmla="*/ 2493818 h 2500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67000" h="2500745">
                <a:moveTo>
                  <a:pt x="2667000" y="2493818"/>
                </a:moveTo>
                <a:lnTo>
                  <a:pt x="2660073" y="949036"/>
                </a:lnTo>
                <a:lnTo>
                  <a:pt x="2202873" y="942109"/>
                </a:lnTo>
                <a:lnTo>
                  <a:pt x="2202873" y="0"/>
                </a:lnTo>
                <a:lnTo>
                  <a:pt x="0" y="6927"/>
                </a:lnTo>
                <a:cubicBezTo>
                  <a:pt x="2309" y="584200"/>
                  <a:pt x="4619" y="1161472"/>
                  <a:pt x="6928" y="1738745"/>
                </a:cubicBezTo>
                <a:lnTo>
                  <a:pt x="27710" y="1773382"/>
                </a:lnTo>
                <a:lnTo>
                  <a:pt x="1981200" y="1773382"/>
                </a:lnTo>
                <a:cubicBezTo>
                  <a:pt x="1983509" y="2015836"/>
                  <a:pt x="1985819" y="2258291"/>
                  <a:pt x="1988128" y="2500745"/>
                </a:cubicBezTo>
                <a:lnTo>
                  <a:pt x="2667000" y="2493818"/>
                </a:lnTo>
                <a:close/>
              </a:path>
            </a:pathLst>
          </a:custGeom>
          <a:solidFill>
            <a:srgbClr val="66006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101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96886" y="556380"/>
            <a:ext cx="486833" cy="364068"/>
          </a:xfrm>
          <a:prstGeom prst="rect">
            <a:avLst/>
          </a:prstGeom>
          <a:solidFill>
            <a:srgbClr val="660066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10854873" y="562431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LIBRARY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562167" y="5208814"/>
            <a:ext cx="566057" cy="947057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Elect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1946" y="2368828"/>
            <a:ext cx="2680854" cy="2514900"/>
          </a:xfrm>
          <a:prstGeom prst="rect">
            <a:avLst/>
          </a:prstGeom>
          <a:solidFill>
            <a:schemeClr val="bg1">
              <a:lumMod val="75000"/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Library</a:t>
            </a:r>
            <a:endParaRPr lang="en-IN" sz="2800" dirty="0"/>
          </a:p>
        </p:txBody>
      </p:sp>
      <p:sp>
        <p:nvSpPr>
          <p:cNvPr id="49" name="Rectangle 48"/>
          <p:cNvSpPr/>
          <p:nvPr/>
        </p:nvSpPr>
        <p:spPr>
          <a:xfrm>
            <a:off x="4533598" y="3333745"/>
            <a:ext cx="7298569" cy="2792186"/>
          </a:xfrm>
          <a:prstGeom prst="rect">
            <a:avLst/>
          </a:prstGeom>
          <a:solidFill>
            <a:schemeClr val="bg1">
              <a:lumMod val="75000"/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CIF</a:t>
            </a:r>
            <a:endParaRPr lang="en-IN" sz="2800" dirty="0"/>
          </a:p>
        </p:txBody>
      </p:sp>
      <p:sp>
        <p:nvSpPr>
          <p:cNvPr id="2" name="Text Box 1"/>
          <p:cNvSpPr txBox="1"/>
          <p:nvPr/>
        </p:nvSpPr>
        <p:spPr>
          <a:xfrm>
            <a:off x="1299210" y="6565900"/>
            <a:ext cx="1499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Classrooms</a:t>
            </a:r>
          </a:p>
        </p:txBody>
      </p:sp>
      <p:sp>
        <p:nvSpPr>
          <p:cNvPr id="3" name="Left Brace 2"/>
          <p:cNvSpPr/>
          <p:nvPr/>
        </p:nvSpPr>
        <p:spPr>
          <a:xfrm rot="16200000">
            <a:off x="1844040" y="5564505"/>
            <a:ext cx="281305" cy="1720850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28"/>
          <p:cNvSpPr txBox="1"/>
          <p:nvPr/>
        </p:nvSpPr>
        <p:spPr>
          <a:xfrm>
            <a:off x="2921000" y="6438900"/>
            <a:ext cx="14992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Meeting Rooms</a:t>
            </a:r>
          </a:p>
        </p:txBody>
      </p:sp>
      <p:sp>
        <p:nvSpPr>
          <p:cNvPr id="38" name="Left Brace 37"/>
          <p:cNvSpPr/>
          <p:nvPr/>
        </p:nvSpPr>
        <p:spPr>
          <a:xfrm rot="16200000">
            <a:off x="3411220" y="5779770"/>
            <a:ext cx="154305" cy="1163955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688285" y="8947285"/>
            <a:ext cx="2987040" cy="511175"/>
          </a:xfrm>
          <a:prstGeom prst="rect">
            <a:avLst/>
          </a:prstGeom>
        </p:spPr>
        <p:txBody>
          <a:bodyPr/>
          <a:lstStyle/>
          <a:p>
            <a:fld id="{E1FAAC2C-E9A6-476D-907D-74B1DF7E008B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879205" y="12065"/>
            <a:ext cx="402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1ST FLOOR PLAN – BLOCK 13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 l="3991" t="6935" r="8495" b="14714"/>
          <a:stretch>
            <a:fillRect/>
          </a:stretch>
        </p:blipFill>
        <p:spPr bwMode="auto">
          <a:xfrm>
            <a:off x="0" y="2367808"/>
            <a:ext cx="12801600" cy="4280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4517571" y="4136573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116285" y="4125687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704114" y="4136572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2828" y="4125686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0" y="3799114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18714" y="3788228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06543" y="3799113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05257" y="3788227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9115" y="5029200"/>
            <a:ext cx="566057" cy="947057"/>
          </a:xfrm>
          <a:prstGeom prst="rect">
            <a:avLst/>
          </a:prstGeom>
          <a:solidFill>
            <a:srgbClr val="FFC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7829" y="5029200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95658" y="5029199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4372" y="5029199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93086" y="3799113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82201" y="5040085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8058" y="5355772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36772" y="5355772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4601" y="5355771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766852" y="5338837"/>
            <a:ext cx="563034" cy="6519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9457" y="2579914"/>
            <a:ext cx="1774372" cy="3733800"/>
          </a:xfrm>
          <a:prstGeom prst="rect">
            <a:avLst/>
          </a:prstGeom>
          <a:solidFill>
            <a:srgbClr val="66006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73829" y="3494314"/>
            <a:ext cx="478971" cy="2819400"/>
          </a:xfrm>
          <a:prstGeom prst="rect">
            <a:avLst/>
          </a:prstGeom>
          <a:solidFill>
            <a:srgbClr val="66006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04801" y="2612571"/>
            <a:ext cx="794656" cy="1730829"/>
          </a:xfrm>
          <a:prstGeom prst="rect">
            <a:avLst/>
          </a:prstGeom>
          <a:solidFill>
            <a:srgbClr val="66006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653143" y="4343400"/>
            <a:ext cx="446314" cy="740230"/>
          </a:xfrm>
          <a:prstGeom prst="rect">
            <a:avLst/>
          </a:prstGeom>
          <a:solidFill>
            <a:srgbClr val="66006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1168744" y="3548742"/>
            <a:ext cx="566057" cy="9470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211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28458" y="5387898"/>
            <a:ext cx="566057" cy="947057"/>
          </a:xfrm>
          <a:prstGeom prst="rect">
            <a:avLst/>
          </a:prstGeom>
          <a:solidFill>
            <a:srgbClr val="FFC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83544" y="449942"/>
            <a:ext cx="208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WET LABS – </a:t>
            </a:r>
          </a:p>
          <a:p>
            <a:r>
              <a:rPr lang="en-US" sz="1400" dirty="0"/>
              <a:t>LIGHT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160160" y="507999"/>
            <a:ext cx="208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MEETING ROOM –</a:t>
            </a:r>
          </a:p>
          <a:p>
            <a:r>
              <a:rPr lang="en-US" sz="1400" dirty="0"/>
              <a:t>15 SEATER 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643685" y="534608"/>
            <a:ext cx="486833" cy="364068"/>
          </a:xfrm>
          <a:prstGeom prst="rect">
            <a:avLst/>
          </a:prstGeom>
          <a:solidFill>
            <a:srgbClr val="0066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43286" y="545494"/>
            <a:ext cx="486833" cy="364068"/>
          </a:xfrm>
          <a:prstGeom prst="rect">
            <a:avLst/>
          </a:prstGeom>
          <a:solidFill>
            <a:srgbClr val="660066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1101273" y="551545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LIBRARY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981200" y="511628"/>
            <a:ext cx="478972" cy="348343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5758547" y="489858"/>
            <a:ext cx="566057" cy="381000"/>
          </a:xfrm>
          <a:prstGeom prst="rect">
            <a:avLst/>
          </a:prstGeom>
          <a:solidFill>
            <a:srgbClr val="FFC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6467934" y="453571"/>
            <a:ext cx="208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MEETING ROOM –</a:t>
            </a:r>
          </a:p>
          <a:p>
            <a:r>
              <a:rPr lang="en-US" sz="1400" dirty="0"/>
              <a:t>17 SEATER 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72749" y="2579913"/>
            <a:ext cx="3160787" cy="3847623"/>
          </a:xfrm>
          <a:prstGeom prst="rect">
            <a:avLst/>
          </a:prstGeom>
          <a:solidFill>
            <a:schemeClr val="bg1">
              <a:lumMod val="75000"/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Library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468284" y="3548742"/>
            <a:ext cx="6228746" cy="2786213"/>
          </a:xfrm>
          <a:prstGeom prst="rect">
            <a:avLst/>
          </a:prstGeom>
          <a:solidFill>
            <a:schemeClr val="bg1">
              <a:lumMod val="75000"/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CIF</a:t>
            </a:r>
            <a:endParaRPr lang="en-IN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765087" y="8984401"/>
            <a:ext cx="2987040" cy="511175"/>
          </a:xfrm>
          <a:prstGeom prst="rect">
            <a:avLst/>
          </a:prstGeom>
        </p:spPr>
        <p:txBody>
          <a:bodyPr/>
          <a:lstStyle/>
          <a:p>
            <a:fld id="{E1FAAC2C-E9A6-476D-907D-74B1DF7E008B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975725" y="0"/>
            <a:ext cx="402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2</a:t>
            </a:r>
            <a:r>
              <a:rPr lang="en-IN" sz="1400" b="1" baseline="30000" dirty="0"/>
              <a:t>ND</a:t>
            </a:r>
            <a:r>
              <a:rPr lang="en-IN" sz="1400" b="1" dirty="0"/>
              <a:t> FLOOR PLAN – BLOCK 13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 l="3152" t="5253" r="9010" b="16510"/>
          <a:stretch>
            <a:fillRect/>
          </a:stretch>
        </p:blipFill>
        <p:spPr bwMode="auto">
          <a:xfrm>
            <a:off x="0" y="2042160"/>
            <a:ext cx="12801600" cy="4250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765300" y="2311400"/>
            <a:ext cx="533400" cy="8890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305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6800" y="2298700"/>
            <a:ext cx="596900" cy="8890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306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2286000"/>
            <a:ext cx="901700" cy="5842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304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2882900"/>
            <a:ext cx="901700" cy="5842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3479800"/>
            <a:ext cx="901700" cy="5842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052" y="4076700"/>
            <a:ext cx="901700" cy="6858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5699" y="5575300"/>
            <a:ext cx="2374901" cy="446316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166585" y="5105400"/>
            <a:ext cx="2351316" cy="482600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81071" y="3844473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79785" y="3833587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7614" y="3844472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1814" y="3844472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6371" y="3501573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5085" y="3490687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02914" y="3501572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87114" y="3501572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96714" y="3488872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317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81599" y="5600700"/>
            <a:ext cx="1714501" cy="446316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167085" y="5105400"/>
            <a:ext cx="1716315" cy="482600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230244" y="5259804"/>
            <a:ext cx="2324101" cy="446316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8227785" y="4749800"/>
            <a:ext cx="2326560" cy="482600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1190514" y="3238884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774714" y="3234872"/>
            <a:ext cx="566057" cy="947057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319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766852" y="5046737"/>
            <a:ext cx="563034" cy="651935"/>
          </a:xfrm>
          <a:prstGeom prst="rect">
            <a:avLst/>
          </a:prstGeom>
          <a:solidFill>
            <a:srgbClr val="0066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320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(15)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66558" y="5122333"/>
            <a:ext cx="566057" cy="947057"/>
          </a:xfrm>
          <a:prstGeom prst="rect">
            <a:avLst/>
          </a:prstGeom>
          <a:solidFill>
            <a:srgbClr val="FFC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325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(17)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443" y="449942"/>
            <a:ext cx="15185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WET LABS – LIGHT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324100" y="511628"/>
            <a:ext cx="478972" cy="348343"/>
          </a:xfrm>
          <a:prstGeom prst="rect">
            <a:avLst/>
          </a:prstGeom>
          <a:solidFill>
            <a:srgbClr val="296961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863600" y="520700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DRY LAB - LIGHT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7500" y="495300"/>
            <a:ext cx="508000" cy="381000"/>
          </a:xfrm>
          <a:prstGeom prst="rect">
            <a:avLst/>
          </a:prstGeom>
          <a:solidFill>
            <a:srgbClr val="6633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2933700" y="4064000"/>
            <a:ext cx="431800" cy="330200"/>
          </a:xfrm>
          <a:prstGeom prst="rect">
            <a:avLst/>
          </a:prstGeom>
          <a:solidFill>
            <a:srgbClr val="DE2A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307</a:t>
            </a:r>
          </a:p>
          <a:p>
            <a:pPr algn="ctr"/>
            <a:r>
              <a:rPr lang="en-US" sz="1200" dirty="0"/>
              <a:t>(8)</a:t>
            </a:r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946400" y="4445000"/>
            <a:ext cx="431800" cy="330200"/>
          </a:xfrm>
          <a:prstGeom prst="rect">
            <a:avLst/>
          </a:prstGeom>
          <a:solidFill>
            <a:srgbClr val="DE2A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308</a:t>
            </a:r>
          </a:p>
          <a:p>
            <a:pPr algn="ctr"/>
            <a:r>
              <a:rPr lang="en-US" sz="1200" dirty="0"/>
              <a:t>(8)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00378" y="4765218"/>
            <a:ext cx="1162393" cy="950302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321 A-D</a:t>
            </a:r>
          </a:p>
          <a:p>
            <a:pPr algn="ctr"/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</a:t>
            </a:r>
            <a:endParaRPr lang="en-IN" dirty="0"/>
          </a:p>
        </p:txBody>
      </p:sp>
      <p:sp>
        <p:nvSpPr>
          <p:cNvPr id="50" name="Rectangle 49"/>
          <p:cNvSpPr/>
          <p:nvPr/>
        </p:nvSpPr>
        <p:spPr>
          <a:xfrm>
            <a:off x="8217075" y="4755878"/>
            <a:ext cx="1162393" cy="950242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29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322 A-D</a:t>
            </a:r>
          </a:p>
          <a:p>
            <a:pPr algn="ctr"/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</a:t>
            </a:r>
            <a:endParaRPr lang="en-IN" dirty="0"/>
          </a:p>
        </p:txBody>
      </p:sp>
      <p:sp>
        <p:nvSpPr>
          <p:cNvPr id="51" name="Rectangle 50"/>
          <p:cNvSpPr/>
          <p:nvPr/>
        </p:nvSpPr>
        <p:spPr>
          <a:xfrm>
            <a:off x="6034878" y="5096714"/>
            <a:ext cx="867464" cy="950302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323 A-C</a:t>
            </a:r>
          </a:p>
          <a:p>
            <a:pPr algn="ctr"/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</a:t>
            </a:r>
            <a:endParaRPr lang="en-IN" dirty="0"/>
          </a:p>
        </p:txBody>
      </p:sp>
      <p:sp>
        <p:nvSpPr>
          <p:cNvPr id="52" name="Rectangle 51"/>
          <p:cNvSpPr/>
          <p:nvPr/>
        </p:nvSpPr>
        <p:spPr>
          <a:xfrm>
            <a:off x="5142202" y="5094514"/>
            <a:ext cx="867464" cy="950302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23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324 A-C</a:t>
            </a:r>
          </a:p>
          <a:p>
            <a:pPr algn="ctr"/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</a:t>
            </a:r>
            <a:endParaRPr lang="en-IN" dirty="0"/>
          </a:p>
        </p:txBody>
      </p:sp>
      <p:sp>
        <p:nvSpPr>
          <p:cNvPr id="53" name="Rectangle 52"/>
          <p:cNvSpPr/>
          <p:nvPr/>
        </p:nvSpPr>
        <p:spPr>
          <a:xfrm>
            <a:off x="2342211" y="5093343"/>
            <a:ext cx="1162393" cy="950242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dirty="0">
                <a:solidFill>
                  <a:schemeClr val="tx1"/>
                </a:solidFill>
              </a:rPr>
              <a:t>38   326 A-D</a:t>
            </a:r>
          </a:p>
          <a:p>
            <a:pPr algn="ctr"/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</a:t>
            </a:r>
          </a:p>
          <a:p>
            <a:pPr algn="ctr"/>
            <a:r>
              <a:rPr lang="en-US" sz="500" dirty="0">
                <a:solidFill>
                  <a:schemeClr val="tx1"/>
                </a:solidFill>
                <a:sym typeface="Wingdings" panose="05000000000000000000" pitchFamily="2" charset="2"/>
              </a:rPr>
              <a:t>     Pallavi      Raghavan    Rajendran    </a:t>
            </a:r>
            <a:r>
              <a:rPr lang="en-US" sz="500" dirty="0" err="1">
                <a:solidFill>
                  <a:schemeClr val="tx1"/>
                </a:solidFill>
                <a:sym typeface="Wingdings" panose="05000000000000000000" pitchFamily="2" charset="2"/>
              </a:rPr>
              <a:t>Naran</a:t>
            </a:r>
            <a:endParaRPr lang="en-IN" sz="500" dirty="0"/>
          </a:p>
        </p:txBody>
      </p:sp>
      <p:sp>
        <p:nvSpPr>
          <p:cNvPr id="54" name="Rectangle 53"/>
          <p:cNvSpPr/>
          <p:nvPr/>
        </p:nvSpPr>
        <p:spPr>
          <a:xfrm>
            <a:off x="1156998" y="5100611"/>
            <a:ext cx="1162393" cy="950242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327 A-D</a:t>
            </a:r>
            <a:endParaRPr lang="en-US" sz="8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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  <a:sym typeface="Wingdings" panose="05000000000000000000" pitchFamily="2" charset="2"/>
              </a:rPr>
              <a:t>   </a:t>
            </a:r>
            <a:r>
              <a:rPr lang="en-US" sz="600" dirty="0" err="1">
                <a:solidFill>
                  <a:schemeClr val="tx1"/>
                </a:solidFill>
                <a:sym typeface="Wingdings" panose="05000000000000000000" pitchFamily="2" charset="2"/>
              </a:rPr>
              <a:t>Nihar</a:t>
            </a:r>
            <a:r>
              <a:rPr lang="en-US" sz="600" dirty="0">
                <a:solidFill>
                  <a:schemeClr val="tx1"/>
                </a:solidFill>
                <a:sym typeface="Wingdings" panose="05000000000000000000" pitchFamily="2" charset="2"/>
              </a:rPr>
              <a:t>       </a:t>
            </a:r>
            <a:r>
              <a:rPr lang="en-US" sz="600" dirty="0" err="1">
                <a:solidFill>
                  <a:schemeClr val="tx1"/>
                </a:solidFill>
                <a:sym typeface="Wingdings" panose="05000000000000000000" pitchFamily="2" charset="2"/>
              </a:rPr>
              <a:t>Joycee</a:t>
            </a:r>
            <a:r>
              <a:rPr lang="en-US" sz="600" dirty="0">
                <a:solidFill>
                  <a:schemeClr val="tx1"/>
                </a:solidFill>
                <a:sym typeface="Wingdings" panose="05000000000000000000" pitchFamily="2" charset="2"/>
              </a:rPr>
              <a:t>     </a:t>
            </a:r>
            <a:r>
              <a:rPr lang="en-US" sz="600" dirty="0" err="1">
                <a:solidFill>
                  <a:schemeClr val="tx1"/>
                </a:solidFill>
                <a:sym typeface="Wingdings" panose="05000000000000000000" pitchFamily="2" charset="2"/>
              </a:rPr>
              <a:t>Tarun</a:t>
            </a:r>
            <a:r>
              <a:rPr lang="en-US" sz="600" dirty="0">
                <a:solidFill>
                  <a:schemeClr val="tx1"/>
                </a:solidFill>
                <a:sym typeface="Wingdings" panose="05000000000000000000" pitchFamily="2" charset="2"/>
              </a:rPr>
              <a:t>      </a:t>
            </a:r>
            <a:r>
              <a:rPr lang="en-US" sz="600" dirty="0" err="1">
                <a:solidFill>
                  <a:schemeClr val="tx1"/>
                </a:solidFill>
                <a:sym typeface="Wingdings" panose="05000000000000000000" pitchFamily="2" charset="2"/>
              </a:rPr>
              <a:t>Jhuma</a:t>
            </a:r>
            <a:endParaRPr lang="en-US" sz="6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390744" y="3496703"/>
            <a:ext cx="1162394" cy="948297"/>
          </a:xfrm>
          <a:prstGeom prst="rect">
            <a:avLst/>
          </a:prstGeom>
          <a:solidFill>
            <a:srgbClr val="BE9B7B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CSE</a:t>
            </a:r>
            <a:endParaRPr lang="en-IN" sz="2800" dirty="0"/>
          </a:p>
        </p:txBody>
      </p:sp>
      <p:sp>
        <p:nvSpPr>
          <p:cNvPr id="3" name="Freeform: Shape 2"/>
          <p:cNvSpPr/>
          <p:nvPr/>
        </p:nvSpPr>
        <p:spPr>
          <a:xfrm>
            <a:off x="310147" y="2256589"/>
            <a:ext cx="3224464" cy="3780590"/>
          </a:xfrm>
          <a:custGeom>
            <a:avLst/>
            <a:gdLst>
              <a:gd name="connsiteX0" fmla="*/ 2646948 w 3224464"/>
              <a:gd name="connsiteY0" fmla="*/ 459874 h 3780590"/>
              <a:gd name="connsiteX1" fmla="*/ 2646948 w 3224464"/>
              <a:gd name="connsiteY1" fmla="*/ 0 h 3780590"/>
              <a:gd name="connsiteX2" fmla="*/ 0 w 3224464"/>
              <a:gd name="connsiteY2" fmla="*/ 0 h 3780590"/>
              <a:gd name="connsiteX3" fmla="*/ 0 w 3224464"/>
              <a:gd name="connsiteY3" fmla="*/ 2550695 h 3780590"/>
              <a:gd name="connsiteX4" fmla="*/ 828842 w 3224464"/>
              <a:gd name="connsiteY4" fmla="*/ 2550695 h 3780590"/>
              <a:gd name="connsiteX5" fmla="*/ 828842 w 3224464"/>
              <a:gd name="connsiteY5" fmla="*/ 3780590 h 3780590"/>
              <a:gd name="connsiteX6" fmla="*/ 3224464 w 3224464"/>
              <a:gd name="connsiteY6" fmla="*/ 3780590 h 3780590"/>
              <a:gd name="connsiteX7" fmla="*/ 3224464 w 3224464"/>
              <a:gd name="connsiteY7" fmla="*/ 2828758 h 3780590"/>
              <a:gd name="connsiteX8" fmla="*/ 967874 w 3224464"/>
              <a:gd name="connsiteY8" fmla="*/ 2828758 h 3780590"/>
              <a:gd name="connsiteX9" fmla="*/ 967874 w 3224464"/>
              <a:gd name="connsiteY9" fmla="*/ 957179 h 3780590"/>
              <a:gd name="connsiteX10" fmla="*/ 2646948 w 3224464"/>
              <a:gd name="connsiteY10" fmla="*/ 957179 h 3780590"/>
              <a:gd name="connsiteX11" fmla="*/ 2646948 w 3224464"/>
              <a:gd name="connsiteY11" fmla="*/ 459874 h 3780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24464" h="3780590">
                <a:moveTo>
                  <a:pt x="2646948" y="459874"/>
                </a:moveTo>
                <a:lnTo>
                  <a:pt x="2646948" y="0"/>
                </a:lnTo>
                <a:lnTo>
                  <a:pt x="0" y="0"/>
                </a:lnTo>
                <a:lnTo>
                  <a:pt x="0" y="2550695"/>
                </a:lnTo>
                <a:lnTo>
                  <a:pt x="828842" y="2550695"/>
                </a:lnTo>
                <a:lnTo>
                  <a:pt x="828842" y="3780590"/>
                </a:lnTo>
                <a:lnTo>
                  <a:pt x="3224464" y="3780590"/>
                </a:lnTo>
                <a:lnTo>
                  <a:pt x="3224464" y="2828758"/>
                </a:lnTo>
                <a:lnTo>
                  <a:pt x="967874" y="2828758"/>
                </a:lnTo>
                <a:lnTo>
                  <a:pt x="967874" y="957179"/>
                </a:lnTo>
                <a:lnTo>
                  <a:pt x="2646948" y="957179"/>
                </a:lnTo>
                <a:lnTo>
                  <a:pt x="2646948" y="459874"/>
                </a:lnTo>
                <a:close/>
              </a:path>
            </a:pathLst>
          </a:custGeom>
          <a:solidFill>
            <a:srgbClr val="0C0B1D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     EE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48" name="Freeform: Shape 47"/>
          <p:cNvSpPr/>
          <p:nvPr/>
        </p:nvSpPr>
        <p:spPr>
          <a:xfrm>
            <a:off x="7614653" y="3481137"/>
            <a:ext cx="2951747" cy="2229852"/>
          </a:xfrm>
          <a:custGeom>
            <a:avLst/>
            <a:gdLst>
              <a:gd name="connsiteX0" fmla="*/ 866273 w 2951747"/>
              <a:gd name="connsiteY0" fmla="*/ 5347 h 2229852"/>
              <a:gd name="connsiteX1" fmla="*/ 0 w 2951747"/>
              <a:gd name="connsiteY1" fmla="*/ 5347 h 2229852"/>
              <a:gd name="connsiteX2" fmla="*/ 0 w 2951747"/>
              <a:gd name="connsiteY2" fmla="*/ 973221 h 2229852"/>
              <a:gd name="connsiteX3" fmla="*/ 577515 w 2951747"/>
              <a:gd name="connsiteY3" fmla="*/ 973221 h 2229852"/>
              <a:gd name="connsiteX4" fmla="*/ 577515 w 2951747"/>
              <a:gd name="connsiteY4" fmla="*/ 2229852 h 2229852"/>
              <a:gd name="connsiteX5" fmla="*/ 2951747 w 2951747"/>
              <a:gd name="connsiteY5" fmla="*/ 2229852 h 2229852"/>
              <a:gd name="connsiteX6" fmla="*/ 2951747 w 2951747"/>
              <a:gd name="connsiteY6" fmla="*/ 1256631 h 2229852"/>
              <a:gd name="connsiteX7" fmla="*/ 1753936 w 2951747"/>
              <a:gd name="connsiteY7" fmla="*/ 1256631 h 2229852"/>
              <a:gd name="connsiteX8" fmla="*/ 1753936 w 2951747"/>
              <a:gd name="connsiteY8" fmla="*/ 0 h 2229852"/>
              <a:gd name="connsiteX9" fmla="*/ 866273 w 2951747"/>
              <a:gd name="connsiteY9" fmla="*/ 5347 h 2229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1747" h="2229852">
                <a:moveTo>
                  <a:pt x="866273" y="5347"/>
                </a:moveTo>
                <a:lnTo>
                  <a:pt x="0" y="5347"/>
                </a:lnTo>
                <a:lnTo>
                  <a:pt x="0" y="973221"/>
                </a:lnTo>
                <a:lnTo>
                  <a:pt x="577515" y="973221"/>
                </a:lnTo>
                <a:lnTo>
                  <a:pt x="577515" y="2229852"/>
                </a:lnTo>
                <a:lnTo>
                  <a:pt x="2951747" y="2229852"/>
                </a:lnTo>
                <a:lnTo>
                  <a:pt x="2951747" y="1256631"/>
                </a:lnTo>
                <a:lnTo>
                  <a:pt x="1753936" y="1256631"/>
                </a:lnTo>
                <a:lnTo>
                  <a:pt x="1753936" y="0"/>
                </a:lnTo>
                <a:lnTo>
                  <a:pt x="866273" y="5347"/>
                </a:lnTo>
                <a:close/>
              </a:path>
            </a:pathLst>
          </a:custGeom>
          <a:solidFill>
            <a:srgbClr val="0C0B1D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EE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1177717" y="3236851"/>
            <a:ext cx="1163053" cy="947057"/>
          </a:xfrm>
          <a:prstGeom prst="rect">
            <a:avLst/>
          </a:prstGeom>
          <a:solidFill>
            <a:srgbClr val="BE9B7B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CSE</a:t>
            </a:r>
            <a:endParaRPr lang="en-IN" sz="2800" dirty="0"/>
          </a:p>
        </p:txBody>
      </p:sp>
      <p:sp>
        <p:nvSpPr>
          <p:cNvPr id="2" name="Freeform: Shape 1"/>
          <p:cNvSpPr/>
          <p:nvPr/>
        </p:nvSpPr>
        <p:spPr>
          <a:xfrm>
            <a:off x="4536440" y="3835400"/>
            <a:ext cx="2402840" cy="2209800"/>
          </a:xfrm>
          <a:custGeom>
            <a:avLst/>
            <a:gdLst>
              <a:gd name="connsiteX0" fmla="*/ 20320 w 2402840"/>
              <a:gd name="connsiteY0" fmla="*/ 0 h 2209800"/>
              <a:gd name="connsiteX1" fmla="*/ 2402840 w 2402840"/>
              <a:gd name="connsiteY1" fmla="*/ 0 h 2209800"/>
              <a:gd name="connsiteX2" fmla="*/ 2402840 w 2402840"/>
              <a:gd name="connsiteY2" fmla="*/ 2209800 h 2209800"/>
              <a:gd name="connsiteX3" fmla="*/ 604520 w 2402840"/>
              <a:gd name="connsiteY3" fmla="*/ 2209800 h 2209800"/>
              <a:gd name="connsiteX4" fmla="*/ 604520 w 2402840"/>
              <a:gd name="connsiteY4" fmla="*/ 1239520 h 2209800"/>
              <a:gd name="connsiteX5" fmla="*/ 0 w 2402840"/>
              <a:gd name="connsiteY5" fmla="*/ 1239520 h 2209800"/>
              <a:gd name="connsiteX6" fmla="*/ 20320 w 2402840"/>
              <a:gd name="connsiteY6" fmla="*/ 0 h 220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02840" h="2209800">
                <a:moveTo>
                  <a:pt x="20320" y="0"/>
                </a:moveTo>
                <a:lnTo>
                  <a:pt x="2402840" y="0"/>
                </a:lnTo>
                <a:lnTo>
                  <a:pt x="2402840" y="2209800"/>
                </a:lnTo>
                <a:lnTo>
                  <a:pt x="604520" y="2209800"/>
                </a:lnTo>
                <a:lnTo>
                  <a:pt x="604520" y="1239520"/>
                </a:lnTo>
                <a:lnTo>
                  <a:pt x="0" y="1239520"/>
                </a:lnTo>
                <a:lnTo>
                  <a:pt x="20320" y="0"/>
                </a:lnTo>
                <a:close/>
              </a:path>
            </a:pathLst>
          </a:custGeom>
          <a:solidFill>
            <a:srgbClr val="0C0B1D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EE (22F, 90S)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598660" y="8997861"/>
            <a:ext cx="2987040" cy="511175"/>
          </a:xfrm>
          <a:prstGeom prst="rect">
            <a:avLst/>
          </a:prstGeom>
        </p:spPr>
        <p:txBody>
          <a:bodyPr/>
          <a:lstStyle/>
          <a:p>
            <a:fld id="{E1FAAC2C-E9A6-476D-907D-74B1DF7E008B}" type="slidenum">
              <a:rPr lang="en-US" smtClean="0"/>
              <a:t>38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761730" y="0"/>
            <a:ext cx="402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3RD FLOOR PLAN – BLOCK 13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 l="4898" t="9205" r="10437" b="16030"/>
          <a:stretch>
            <a:fillRect/>
          </a:stretch>
        </p:blipFill>
        <p:spPr bwMode="auto">
          <a:xfrm>
            <a:off x="0" y="2697480"/>
            <a:ext cx="12787814" cy="4206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8305799" y="5880100"/>
            <a:ext cx="2438401" cy="446316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405 A-H</a:t>
            </a:r>
          </a:p>
        </p:txBody>
      </p:sp>
      <p:sp>
        <p:nvSpPr>
          <p:cNvPr id="7" name="Rectangle 6"/>
          <p:cNvSpPr/>
          <p:nvPr/>
        </p:nvSpPr>
        <p:spPr>
          <a:xfrm>
            <a:off x="8291284" y="4533900"/>
            <a:ext cx="2440981" cy="1333500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31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14200" y="5681737"/>
            <a:ext cx="558800" cy="651935"/>
          </a:xfrm>
          <a:prstGeom prst="rect">
            <a:avLst/>
          </a:prstGeom>
          <a:solidFill>
            <a:srgbClr val="0066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404</a:t>
            </a:r>
          </a:p>
        </p:txBody>
      </p:sp>
      <p:sp>
        <p:nvSpPr>
          <p:cNvPr id="9" name="Rectangle 8"/>
          <p:cNvSpPr/>
          <p:nvPr/>
        </p:nvSpPr>
        <p:spPr>
          <a:xfrm>
            <a:off x="7696200" y="4546600"/>
            <a:ext cx="597665" cy="787400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379200" y="4279900"/>
            <a:ext cx="1206500" cy="444500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20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08899" y="4038600"/>
            <a:ext cx="3009901" cy="497116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401A-J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98249" y="3771900"/>
            <a:ext cx="1162051" cy="497116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402A,B        403A,B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956" y="587829"/>
            <a:ext cx="446316" cy="293914"/>
          </a:xfrm>
          <a:prstGeom prst="rect">
            <a:avLst/>
          </a:prstGeom>
          <a:solidFill>
            <a:srgbClr val="777777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87787" y="490459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FACULTY </a:t>
            </a:r>
          </a:p>
          <a:p>
            <a:r>
              <a:rPr lang="en-US" sz="1400" dirty="0"/>
              <a:t>CABINS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5842" y="555171"/>
            <a:ext cx="468087" cy="304801"/>
          </a:xfrm>
          <a:prstGeom prst="rect">
            <a:avLst/>
          </a:prstGeom>
          <a:solidFill>
            <a:srgbClr val="FFFF99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520644" y="512231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STUDENTS </a:t>
            </a:r>
          </a:p>
          <a:p>
            <a:r>
              <a:rPr lang="en-US" sz="1400" dirty="0"/>
              <a:t>SEATING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3060" y="507999"/>
            <a:ext cx="208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MEETING ROOM –</a:t>
            </a:r>
          </a:p>
          <a:p>
            <a:r>
              <a:rPr lang="en-US" sz="1400" dirty="0"/>
              <a:t>15 SEATER 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986585" y="534608"/>
            <a:ext cx="486833" cy="364068"/>
          </a:xfrm>
          <a:prstGeom prst="rect">
            <a:avLst/>
          </a:prstGeom>
          <a:solidFill>
            <a:srgbClr val="0066F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/>
          <p:cNvSpPr/>
          <p:nvPr/>
        </p:nvSpPr>
        <p:spPr>
          <a:xfrm>
            <a:off x="7696200" y="3771900"/>
            <a:ext cx="4889500" cy="2554516"/>
          </a:xfrm>
          <a:custGeom>
            <a:avLst/>
            <a:gdLst>
              <a:gd name="connsiteX0" fmla="*/ 1352884 w 5144168"/>
              <a:gd name="connsiteY0" fmla="*/ 0 h 2732506"/>
              <a:gd name="connsiteX1" fmla="*/ 0 w 5144168"/>
              <a:gd name="connsiteY1" fmla="*/ 0 h 2732506"/>
              <a:gd name="connsiteX2" fmla="*/ 0 w 5144168"/>
              <a:gd name="connsiteY2" fmla="*/ 2732506 h 2732506"/>
              <a:gd name="connsiteX3" fmla="*/ 3352800 w 5144168"/>
              <a:gd name="connsiteY3" fmla="*/ 2732506 h 2732506"/>
              <a:gd name="connsiteX4" fmla="*/ 3352800 w 5144168"/>
              <a:gd name="connsiteY4" fmla="*/ 1074821 h 2732506"/>
              <a:gd name="connsiteX5" fmla="*/ 5144168 w 5144168"/>
              <a:gd name="connsiteY5" fmla="*/ 1074821 h 2732506"/>
              <a:gd name="connsiteX6" fmla="*/ 5144168 w 5144168"/>
              <a:gd name="connsiteY6" fmla="*/ 0 h 2732506"/>
              <a:gd name="connsiteX7" fmla="*/ 1352884 w 5144168"/>
              <a:gd name="connsiteY7" fmla="*/ 0 h 273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44168" h="2732506">
                <a:moveTo>
                  <a:pt x="1352884" y="0"/>
                </a:moveTo>
                <a:lnTo>
                  <a:pt x="0" y="0"/>
                </a:lnTo>
                <a:lnTo>
                  <a:pt x="0" y="2732506"/>
                </a:lnTo>
                <a:lnTo>
                  <a:pt x="3352800" y="2732506"/>
                </a:lnTo>
                <a:lnTo>
                  <a:pt x="3352800" y="1074821"/>
                </a:lnTo>
                <a:lnTo>
                  <a:pt x="5144168" y="1074821"/>
                </a:lnTo>
                <a:lnTo>
                  <a:pt x="5144168" y="0"/>
                </a:lnTo>
                <a:lnTo>
                  <a:pt x="1352884" y="0"/>
                </a:lnTo>
                <a:close/>
              </a:path>
            </a:pathLst>
          </a:custGeom>
          <a:solidFill>
            <a:srgbClr val="BE9B7B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	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endParaRPr lang="en-US" sz="14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		</a:t>
            </a:r>
          </a:p>
          <a:p>
            <a:r>
              <a:rPr lang="en-US" sz="1400" dirty="0">
                <a:solidFill>
                  <a:schemeClr val="tx1"/>
                </a:solidFill>
              </a:rPr>
              <a:t>		</a:t>
            </a:r>
          </a:p>
          <a:p>
            <a:r>
              <a:rPr lang="en-US" sz="1400" dirty="0">
                <a:solidFill>
                  <a:schemeClr val="tx1"/>
                </a:solidFill>
              </a:rPr>
              <a:t>			</a:t>
            </a:r>
            <a:r>
              <a:rPr lang="en-US" sz="2000" dirty="0">
                <a:solidFill>
                  <a:schemeClr val="tx1"/>
                </a:solidFill>
              </a:rPr>
              <a:t>CSE (22F, 81S)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</TotalTime>
  <Words>2868</Words>
  <Application>Microsoft Office PowerPoint</Application>
  <PresentationFormat>A3 Paper (297x420 mm)</PresentationFormat>
  <Paragraphs>1827</Paragraphs>
  <Slides>38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  <vt:variant>
        <vt:lpstr>Custom Shows</vt:lpstr>
      </vt:variant>
      <vt:variant>
        <vt:i4>1</vt:i4>
      </vt:variant>
    </vt:vector>
  </HeadingPairs>
  <TitlesOfParts>
    <vt:vector size="44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COMP33</dc:creator>
  <cp:lastModifiedBy>jjain2603@gmail.com</cp:lastModifiedBy>
  <cp:revision>1880</cp:revision>
  <cp:lastPrinted>2026-06-04T14:51:05Z</cp:lastPrinted>
  <dcterms:created xsi:type="dcterms:W3CDTF">2026-06-04T14:51:05Z</dcterms:created>
  <dcterms:modified xsi:type="dcterms:W3CDTF">2026-10-02T14:40:50Z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